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_rels/theme4.xml.rels" ContentType="application/vnd.openxmlformats-package.relationships+xml"/>
  <Override PartName="/ppt/theme/_rels/theme13.xml.rels" ContentType="application/vnd.openxmlformats-package.relationships+xml"/>
  <Override PartName="/ppt/theme/_rels/theme3.xml.rels" ContentType="application/vnd.openxmlformats-package.relationships+xml"/>
  <Override PartName="/ppt/theme/_rels/theme12.xml.rels" ContentType="application/vnd.openxmlformats-package.relationships+xml"/>
  <Override PartName="/ppt/theme/_rels/theme10.xml.rels" ContentType="application/vnd.openxmlformats-package.relationships+xml"/>
  <Override PartName="/ppt/theme/_rels/theme1.xml.rels" ContentType="application/vnd.openxmlformats-package.relationships+xml"/>
  <Override PartName="/ppt/theme/_rels/theme9.xml.rels" ContentType="application/vnd.openxmlformats-package.relationships+xml"/>
  <Override PartName="/ppt/theme/_rels/theme8.xml.rels" ContentType="application/vnd.openxmlformats-package.relationships+xml"/>
  <Override PartName="/ppt/theme/_rels/theme17.xml.rels" ContentType="application/vnd.openxmlformats-package.relationships+xml"/>
  <Override PartName="/ppt/theme/_rels/theme7.xml.rels" ContentType="application/vnd.openxmlformats-package.relationships+xml"/>
  <Override PartName="/ppt/theme/_rels/theme16.xml.rels" ContentType="application/vnd.openxmlformats-package.relationships+xml"/>
  <Override PartName="/ppt/theme/_rels/theme15.xml.rels" ContentType="application/vnd.openxmlformats-package.relationships+xml"/>
  <Override PartName="/ppt/theme/_rels/theme6.xml.rels" ContentType="application/vnd.openxmlformats-package.relationships+xml"/>
  <Override PartName="/ppt/theme/_rels/theme14.xml.rels" ContentType="application/vnd.openxmlformats-package.relationships+xml"/>
  <Override PartName="/ppt/theme/_rels/theme5.xml.rels" ContentType="application/vnd.openxmlformats-package.relationships+xml"/>
  <Override PartName="/ppt/theme/_rels/theme11.xml.rels" ContentType="application/vnd.openxmlformats-package.relationships+xml"/>
  <Override PartName="/ppt/theme/_rels/theme2.xml.rels" ContentType="application/vnd.openxmlformats-package.relationships+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Tw Cen MT"/>
              </a:rPr>
              <a:t>Click to move the slide</a:t>
            </a:r>
            <a:endParaRPr b="0" lang="en-US" sz="1800" spc="-1" strike="noStrike">
              <a:solidFill>
                <a:schemeClr val="dk1"/>
              </a:solidFill>
              <a:latin typeface="Tw Cen MT"/>
            </a:endParaRPr>
          </a:p>
        </p:txBody>
      </p:sp>
      <p:sp>
        <p:nvSpPr>
          <p:cNvPr id="86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6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69" name="PlaceHolder 4"/>
          <p:cNvSpPr>
            <a:spLocks noGrp="1"/>
          </p:cNvSpPr>
          <p:nvPr>
            <p:ph type="dt" idx="5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70" name="PlaceHolder 5"/>
          <p:cNvSpPr>
            <a:spLocks noGrp="1"/>
          </p:cNvSpPr>
          <p:nvPr>
            <p:ph type="ftr" idx="53"/>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71" name="PlaceHolder 6"/>
          <p:cNvSpPr>
            <a:spLocks noGrp="1"/>
          </p:cNvSpPr>
          <p:nvPr>
            <p:ph type="sldNum" idx="5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D0B5F3B-F3B3-44BB-ACC0-BDFC1FCB05C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ldImg"/>
          </p:nvPr>
        </p:nvSpPr>
        <p:spPr>
          <a:xfrm>
            <a:off x="685800" y="1143000"/>
            <a:ext cx="5486040" cy="3085920"/>
          </a:xfrm>
          <a:prstGeom prst="rect">
            <a:avLst/>
          </a:prstGeom>
          <a:ln w="0">
            <a:noFill/>
          </a:ln>
        </p:spPr>
      </p:sp>
      <p:sp>
        <p:nvSpPr>
          <p:cNvPr id="9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Hi, I’m Mark Agnew and my project is a comparative evaluation of agentic AI architectures for phishing email detection – specifically how architectural design decisions affect detection performance.</a:t>
            </a:r>
            <a:endParaRPr b="0" lang="en-US" sz="2000" spc="-1" strike="noStrike">
              <a:solidFill>
                <a:srgbClr val="000000"/>
              </a:solidFill>
              <a:latin typeface="Arial"/>
            </a:endParaRPr>
          </a:p>
        </p:txBody>
      </p:sp>
      <p:sp>
        <p:nvSpPr>
          <p:cNvPr id="955" name="PlaceHolder 3"/>
          <p:cNvSpPr>
            <a:spLocks noGrp="1"/>
          </p:cNvSpPr>
          <p:nvPr>
            <p:ph type="sldNum" idx="5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1F2FDF5-0126-4F13-B642-8B8575D5770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sldImg"/>
          </p:nvPr>
        </p:nvSpPr>
        <p:spPr>
          <a:xfrm>
            <a:off x="685800" y="1143000"/>
            <a:ext cx="5486040" cy="3085920"/>
          </a:xfrm>
          <a:prstGeom prst="rect">
            <a:avLst/>
          </a:prstGeom>
          <a:ln w="0">
            <a:noFill/>
          </a:ln>
        </p:spPr>
      </p:sp>
      <p:sp>
        <p:nvSpPr>
          <p:cNvPr id="9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Phishing remains a major attack vector, with the APWG recording over 970,000 reported attacks in Q1 2026, a 13.8 percent increase from the previous quarter. The Verizon DBIR also shows that phishing is a significant part of social engineering and is attributed to approximately 16 percent of global breaches.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However, the effectiveness of phishing is not just based on technical deception. Phishing emails often try to manipulate the recipient's decision-making process. Attackers use affective states such as urgency, authority, trust and reward to encourage users to act quickly rather than critically evaluating the message.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This is important for detection because these cues are part of the meaning and intent of the email rather than simply its technical structure.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This creates a need for detection approaches that can analyse both the technical indicators of an email and the linguistic and psychological cues used to make phishing convincing.</a:t>
            </a:r>
            <a:endParaRPr b="0" lang="en-US" sz="2000" spc="-1" strike="noStrike">
              <a:solidFill>
                <a:srgbClr val="000000"/>
              </a:solidFill>
              <a:latin typeface="Arial"/>
            </a:endParaRPr>
          </a:p>
        </p:txBody>
      </p:sp>
      <p:sp>
        <p:nvSpPr>
          <p:cNvPr id="958" name="PlaceHolder 3"/>
          <p:cNvSpPr>
            <a:spLocks noGrp="1"/>
          </p:cNvSpPr>
          <p:nvPr>
            <p:ph type="sldNum" idx="5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3CEAAD0-DFAD-4D1F-AF5E-AAD5F05596B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sldImg"/>
          </p:nvPr>
        </p:nvSpPr>
        <p:spPr>
          <a:xfrm>
            <a:off x="685800" y="1143000"/>
            <a:ext cx="5486040" cy="3085920"/>
          </a:xfrm>
          <a:prstGeom prst="rect">
            <a:avLst/>
          </a:prstGeom>
          <a:ln w="0">
            <a:noFill/>
          </a:ln>
        </p:spPr>
      </p:sp>
      <p:sp>
        <p:nvSpPr>
          <p:cNvPr id="9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Traditional phishing detection relied heavily on rules, blacklists and known indicators, making these approaches relatively reactive.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Machine learning and deep learning improved generalisation and automated feature extraction, while approaches such as Tooher and Lallie's incorporated persuasion principles into detection.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LLMs then provided stronger semantic analysis and showed potential for identifying persuasive and affective cues.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More recently, agentic approaches have introduced multiple specialised agents. However, existing work generally evaluates the complete detection system rather than isolating contributions from individual architectural decisions such as agent composition and data retrieval.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This is the gap that this study addresses.</a:t>
            </a:r>
            <a:endParaRPr b="0" lang="en-US" sz="2000" spc="-1" strike="noStrike">
              <a:solidFill>
                <a:srgbClr val="000000"/>
              </a:solidFill>
              <a:latin typeface="Arial"/>
            </a:endParaRPr>
          </a:p>
        </p:txBody>
      </p:sp>
      <p:sp>
        <p:nvSpPr>
          <p:cNvPr id="961" name="PlaceHolder 3"/>
          <p:cNvSpPr>
            <a:spLocks noGrp="1"/>
          </p:cNvSpPr>
          <p:nvPr>
            <p:ph type="sldNum" idx="5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07787BC-5468-41B5-97BD-CF62EB97707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sldImg"/>
          </p:nvPr>
        </p:nvSpPr>
        <p:spPr>
          <a:xfrm>
            <a:off x="685800" y="1143000"/>
            <a:ext cx="5486040" cy="3085920"/>
          </a:xfrm>
          <a:prstGeom prst="rect">
            <a:avLst/>
          </a:prstGeom>
          <a:ln w="0">
            <a:noFill/>
          </a:ln>
        </p:spPr>
      </p:sp>
      <p:sp>
        <p:nvSpPr>
          <p:cNvPr id="9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To investigate this gap, I designed a controlled comparative experiment.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architecture and RAG configuration are the variables that change between experiments, while the model, dataset, preprocessing, prompting and evaluation framework remain constant.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This allows differences in performance to be compared in relation to the architectural configuration rather than differences in the underlying model or data.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Macro F1 is the primary metric, with precision, recall and confusion matrices providing supporting analysis.</a:t>
            </a:r>
            <a:endParaRPr b="0" lang="en-US" sz="2000" spc="-1" strike="noStrike">
              <a:solidFill>
                <a:srgbClr val="000000"/>
              </a:solidFill>
              <a:latin typeface="Arial"/>
            </a:endParaRPr>
          </a:p>
        </p:txBody>
      </p:sp>
      <p:sp>
        <p:nvSpPr>
          <p:cNvPr id="964" name="PlaceHolder 3"/>
          <p:cNvSpPr>
            <a:spLocks noGrp="1"/>
          </p:cNvSpPr>
          <p:nvPr>
            <p:ph type="sldNum" idx="5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3BA45D2-A6DC-493B-B144-7A5396B8EA8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PlaceHolder 1"/>
          <p:cNvSpPr>
            <a:spLocks noGrp="1"/>
          </p:cNvSpPr>
          <p:nvPr>
            <p:ph type="sldImg"/>
          </p:nvPr>
        </p:nvSpPr>
        <p:spPr>
          <a:xfrm>
            <a:off x="685800" y="1143000"/>
            <a:ext cx="5486040" cy="3085920"/>
          </a:xfrm>
          <a:prstGeom prst="rect">
            <a:avLst/>
          </a:prstGeom>
          <a:ln w="0">
            <a:noFill/>
          </a:ln>
        </p:spPr>
      </p:sp>
      <p:sp>
        <p:nvSpPr>
          <p:cNvPr id="9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system is implemented using LangGraph, which manages a shared email state across the different nodes in the pipeline.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I have simplified the architecture here into three groupings. The first is the binary baseline, where a single agent analyses the email across the different phishing indicators before producing a classification.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second introduces three specialist agents. The technical agent focuses on infrastructure-related indicators such as URLs, domains and headers. The linguistic agent looks at text anomalies such as homoglyphs, misspellings and register inconsistency. The sentiment agent focuses on psychological manipulation cues such as urgency, authority and rewards.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Their outputs are then passed to a coordinating agent, which synthesises the evidence before making the final classification.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third architecture adds RAG as an additional stage. Retrieved examples are provided as additional context to help inform classification.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important point for the experiment is that the same model and dataset are used throughout. The architectural configuration is what changes between the experiments.</a:t>
            </a:r>
            <a:endParaRPr b="0" lang="en-US" sz="2000" spc="-1" strike="noStrike">
              <a:solidFill>
                <a:srgbClr val="000000"/>
              </a:solidFill>
              <a:latin typeface="Arial"/>
            </a:endParaRPr>
          </a:p>
        </p:txBody>
      </p:sp>
      <p:sp>
        <p:nvSpPr>
          <p:cNvPr id="967" name="PlaceHolder 3"/>
          <p:cNvSpPr>
            <a:spLocks noGrp="1"/>
          </p:cNvSpPr>
          <p:nvPr>
            <p:ph type="sldNum" idx="5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F698983-94B4-4316-8D40-C58E7497E66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sldImg"/>
          </p:nvPr>
        </p:nvSpPr>
        <p:spPr>
          <a:xfrm>
            <a:off x="685800" y="1143000"/>
            <a:ext cx="5486040" cy="3085920"/>
          </a:xfrm>
          <a:prstGeom prst="rect">
            <a:avLst/>
          </a:prstGeom>
          <a:ln w="0">
            <a:noFill/>
          </a:ln>
        </p:spPr>
      </p:sp>
      <p:sp>
        <p:nvSpPr>
          <p:cNvPr id="9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experiment uses approximately 29,767 emails from the Enron corpus, with a fixed stratified split allocating 10 percent to the RAG knowledge base and 90 percent to testing.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All experiments use Llama 3.1 8B with the same temperature, seed, preprocessing and prompting framework.</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prompts define explicit specialist roles and indicator categories, with structured outputs used to keep the evaluation consistent.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Macro F1 is the primary metric because both classes matter: missing phishing is a security risk, while excessive false positives can disrupt legitimate email.</a:t>
            </a:r>
            <a:endParaRPr b="0" lang="en-US" sz="2000" spc="-1" strike="noStrike">
              <a:solidFill>
                <a:srgbClr val="000000"/>
              </a:solidFill>
              <a:latin typeface="Arial"/>
            </a:endParaRPr>
          </a:p>
        </p:txBody>
      </p:sp>
      <p:sp>
        <p:nvSpPr>
          <p:cNvPr id="970" name="PlaceHolder 3"/>
          <p:cNvSpPr>
            <a:spLocks noGrp="1"/>
          </p:cNvSpPr>
          <p:nvPr>
            <p:ph type="sldNum" idx="6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631B2E8-FF1B-45C7-A036-159E17CC994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PlaceHolder 1"/>
          <p:cNvSpPr>
            <a:spLocks noGrp="1"/>
          </p:cNvSpPr>
          <p:nvPr>
            <p:ph type="sldImg"/>
          </p:nvPr>
        </p:nvSpPr>
        <p:spPr>
          <a:xfrm>
            <a:off x="685800" y="1143000"/>
            <a:ext cx="5486040" cy="3085920"/>
          </a:xfrm>
          <a:prstGeom prst="rect">
            <a:avLst/>
          </a:prstGeom>
          <a:ln w="0">
            <a:noFill/>
          </a:ln>
        </p:spPr>
      </p:sp>
      <p:sp>
        <p:nvSpPr>
          <p:cNvPr id="9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baseline achieves a macro F1 of 0.648, while all specialist configurations achieve between 0.822 and 0.836.</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best result is the full three-agent configuration at 0.836.</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linguistic configurations produce particularly high phishing recall, above 0.95, but this comes at the cost of lower legitimate recall.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Overall, introducing specialist agents substantially improves the balance between the two classes.</a:t>
            </a:r>
            <a:endParaRPr b="0" lang="en-US" sz="2000" spc="-1" strike="noStrike">
              <a:solidFill>
                <a:srgbClr val="000000"/>
              </a:solidFill>
              <a:latin typeface="Arial"/>
            </a:endParaRPr>
          </a:p>
        </p:txBody>
      </p:sp>
      <p:sp>
        <p:nvSpPr>
          <p:cNvPr id="973" name="PlaceHolder 3"/>
          <p:cNvSpPr>
            <a:spLocks noGrp="1"/>
          </p:cNvSpPr>
          <p:nvPr>
            <p:ph type="sldNum" idx="6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0131182-7CC1-4248-AA33-FBED06714F5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type="sldImg"/>
          </p:nvPr>
        </p:nvSpPr>
        <p:spPr>
          <a:xfrm>
            <a:off x="685800" y="1143000"/>
            <a:ext cx="5486040" cy="3085920"/>
          </a:xfrm>
          <a:prstGeom prst="rect">
            <a:avLst/>
          </a:prstGeom>
          <a:ln w="0">
            <a:noFill/>
          </a:ln>
        </p:spPr>
      </p:sp>
      <p:sp>
        <p:nvSpPr>
          <p:cNvPr id="9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confusion matrices reveal the trade-offs between the different configurations.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baseline misses 6,482 phishing emails, compared with only 490 for the Linguistic and Technical configuration.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However, that configuration also produces 4,241 false positives.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So, in these experiments, higher phishing recall comes with more legitimate emails being flagged.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most appropriate configuration therefore depends on whether missing phishing or disrupting legitimate communication is considered the greater cost.</a:t>
            </a:r>
            <a:endParaRPr b="0" lang="en-US" sz="2000" spc="-1" strike="noStrike">
              <a:solidFill>
                <a:srgbClr val="000000"/>
              </a:solidFill>
              <a:latin typeface="Arial"/>
            </a:endParaRPr>
          </a:p>
        </p:txBody>
      </p:sp>
      <p:sp>
        <p:nvSpPr>
          <p:cNvPr id="976" name="PlaceHolder 3"/>
          <p:cNvSpPr>
            <a:spLocks noGrp="1"/>
          </p:cNvSpPr>
          <p:nvPr>
            <p:ph type="sldNum" idx="6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250CAD2-4F05-446D-ACD5-A89E52669EB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PlaceHolder 1"/>
          <p:cNvSpPr>
            <a:spLocks noGrp="1"/>
          </p:cNvSpPr>
          <p:nvPr>
            <p:ph type="sldImg"/>
          </p:nvPr>
        </p:nvSpPr>
        <p:spPr>
          <a:xfrm>
            <a:off x="685800" y="1143000"/>
            <a:ext cx="5486040" cy="3085920"/>
          </a:xfrm>
          <a:prstGeom prst="rect">
            <a:avLst/>
          </a:prstGeom>
          <a:ln w="0">
            <a:noFill/>
          </a:ln>
        </p:spPr>
      </p:sp>
      <p:sp>
        <p:nvSpPr>
          <p:cNvPr id="9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RAG results show that providing additional contextual information can improve performance, but the way that information is retrieved is important.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Unrestricted nearest-neighbour retrieval increases macro F1 from 0.836 to 0.896, while stratified retrieval reduces it to 0.763.</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Phishing recall remains almost identical in both RAG configurations, so the main difference is legitimate recall: 0.825 with unrestricted retrieval versus 0.584 with stratified retrieval.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This suggests that retrieval strategy itself is an important architectural decision.</a:t>
            </a:r>
            <a:endParaRPr b="0" lang="en-US" sz="2000" spc="-1" strike="noStrike">
              <a:solidFill>
                <a:srgbClr val="000000"/>
              </a:solidFill>
              <a:latin typeface="Arial"/>
            </a:endParaRPr>
          </a:p>
        </p:txBody>
      </p:sp>
      <p:sp>
        <p:nvSpPr>
          <p:cNvPr id="979" name="PlaceHolder 3"/>
          <p:cNvSpPr>
            <a:spLocks noGrp="1"/>
          </p:cNvSpPr>
          <p:nvPr>
            <p:ph type="sldNum" idx="6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DCE2D17-8066-40B5-A989-23209C29EA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PlaceHolder 1"/>
          <p:cNvSpPr>
            <a:spLocks noGrp="1"/>
          </p:cNvSpPr>
          <p:nvPr>
            <p:ph type="sldImg"/>
          </p:nvPr>
        </p:nvSpPr>
        <p:spPr>
          <a:xfrm>
            <a:off x="685800" y="1143000"/>
            <a:ext cx="5486040" cy="3085920"/>
          </a:xfrm>
          <a:prstGeom prst="rect">
            <a:avLst/>
          </a:prstGeom>
          <a:ln w="0">
            <a:noFill/>
          </a:ln>
        </p:spPr>
      </p:sp>
      <p:sp>
        <p:nvSpPr>
          <p:cNvPr id="9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results demonstrate that architecture affects performance, with macro F1 increasing by 0.188 between the baseline and the best specialist configuration.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specialist configurations have a narrow 0.014 F1 spread, which suggests that the shared coordination architecture may contribute to the improvement.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However, this cannot currently be confirmed because single-specialist and coordinator-only ablations have not been evaluated yet.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RAG finding is clearer: unrestricted retrieval improves performance, while stratified retrieval substantially reduces legitimate recall.</a:t>
            </a:r>
            <a:endParaRPr b="0" lang="en-US" sz="2000" spc="-1" strike="noStrike">
              <a:solidFill>
                <a:srgbClr val="000000"/>
              </a:solidFill>
              <a:latin typeface="Arial"/>
            </a:endParaRPr>
          </a:p>
        </p:txBody>
      </p:sp>
      <p:sp>
        <p:nvSpPr>
          <p:cNvPr id="982" name="PlaceHolder 3"/>
          <p:cNvSpPr>
            <a:spLocks noGrp="1"/>
          </p:cNvSpPr>
          <p:nvPr>
            <p:ph type="sldNum" idx="6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E9C34D2-434C-4D7F-B036-6B91F84D367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PlaceHolder 1"/>
          <p:cNvSpPr>
            <a:spLocks noGrp="1"/>
          </p:cNvSpPr>
          <p:nvPr>
            <p:ph type="sldImg"/>
          </p:nvPr>
        </p:nvSpPr>
        <p:spPr>
          <a:xfrm>
            <a:off x="685800" y="1143000"/>
            <a:ext cx="5486040" cy="3085920"/>
          </a:xfrm>
          <a:prstGeom prst="rect">
            <a:avLst/>
          </a:prstGeom>
          <a:ln w="0">
            <a:noFill/>
          </a:ln>
        </p:spPr>
      </p:sp>
      <p:sp>
        <p:nvSpPr>
          <p:cNvPr id="9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The most significant dataset limitation is that the Enron corpus consists of corporate email from the early 2000s. Its formal tone can suppress some of the affective signals that the sentiment agent is designed to identify, and it also predates modern AI-generated phishing and more personalised spear-phishing, so lacks examples of these.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second limitation is model scope. All the experiments use Llama 3.1 8B, so the results cannot currently be assumed to generalise across different LLM families or model sizes.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Quantisation also introduces a degree of non-determinism. This means the absolute F1 values should not be treated as precise benchmarks for comparison with other studies. The main contribution here is the relative comparison between architectures under identical conditions.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Finally, inference latency and throughput were deliberately outside the scope of the study. Therefore, the results demonstrate architectural performance rather than whether these systems are ready for real-time deployment.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985" name="PlaceHolder 3"/>
          <p:cNvSpPr>
            <a:spLocks noGrp="1"/>
          </p:cNvSpPr>
          <p:nvPr>
            <p:ph type="sldNum" idx="6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558F1D7-7FF7-4794-B4EA-E8350BEB094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type="sldImg"/>
          </p:nvPr>
        </p:nvSpPr>
        <p:spPr>
          <a:xfrm>
            <a:off x="685800" y="1143000"/>
            <a:ext cx="5486040" cy="3085920"/>
          </a:xfrm>
          <a:prstGeom prst="rect">
            <a:avLst/>
          </a:prstGeom>
          <a:ln w="0">
            <a:noFill/>
          </a:ln>
        </p:spPr>
      </p:sp>
      <p:sp>
        <p:nvSpPr>
          <p:cNvPr id="9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To answer the research question, the results demonstrate that architectural design decisions do materially affect phishing detection performance.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multi-specialist architectures consistently outperform the binary baseline, with the best configuration improving macro F1 from 0.648 to 0.836 using the same model and dataset.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clustering of the specialist results suggests that coordination may be an important part of this improvement, but this cannot currently be confirmed because the individual contribution of the coordinator has not been isolated.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RAG results provide a clearer finding. Unrestricted retrieval improves performance to 0.896 macro F1, while stratified retrieval reduces it to 0.763. This shows that how contextual information is retrieved can be just as important as whether RAG is used.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most important future direction is to evaluate these architectures on more contemporary datasets, particularly datasets containing AI-generated phishing and more personalised attacks. Testing across different LLM families and scales would also help determine how generalisable the findings are.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Finally, evaluation of latency, throughput and adversarial robustness would help determine which architectures are not only effective but also practical to deploy.</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988" name="PlaceHolder 3"/>
          <p:cNvSpPr>
            <a:spLocks noGrp="1"/>
          </p:cNvSpPr>
          <p:nvPr>
            <p:ph type="sldNum" idx="6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DB9B60B-C22F-4F31-B41D-C7BB5263BD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 name="PlaceHolder 1"/>
          <p:cNvSpPr>
            <a:spLocks noGrp="1"/>
          </p:cNvSpPr>
          <p:nvPr>
            <p:ph type="sldImg"/>
          </p:nvPr>
        </p:nvSpPr>
        <p:spPr>
          <a:xfrm>
            <a:off x="685800" y="1143000"/>
            <a:ext cx="5486040" cy="3085920"/>
          </a:xfrm>
          <a:prstGeom prst="rect">
            <a:avLst/>
          </a:prstGeom>
          <a:ln w="0">
            <a:noFill/>
          </a:ln>
        </p:spPr>
      </p:sp>
      <p:sp>
        <p:nvSpPr>
          <p:cNvPr id="9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91" name="PlaceHolder 3"/>
          <p:cNvSpPr>
            <a:spLocks noGrp="1"/>
          </p:cNvSpPr>
          <p:nvPr>
            <p:ph type="sldNum" idx="6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92D5ABA-0E5F-4FB1-B9C1-D90CD9F48C7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02" name="PlaceHolder 1"/>
          <p:cNvSpPr>
            <a:spLocks noGrp="1"/>
          </p:cNvSpPr>
          <p:nvPr>
            <p:ph type="title"/>
          </p:nvPr>
        </p:nvSpPr>
        <p:spPr>
          <a:xfrm>
            <a:off x="1141560" y="618480"/>
            <a:ext cx="9905760" cy="1478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w Cen MT"/>
            </a:endParaRPr>
          </a:p>
        </p:txBody>
      </p:sp>
      <p:sp>
        <p:nvSpPr>
          <p:cNvPr id="103" name="PlaceHolder 2"/>
          <p:cNvSpPr>
            <a:spLocks noGrp="1"/>
          </p:cNvSpPr>
          <p:nvPr>
            <p:ph type="subTitle"/>
          </p:nvPr>
        </p:nvSpPr>
        <p:spPr>
          <a:xfrm>
            <a:off x="1141560" y="2249640"/>
            <a:ext cx="9905760" cy="354132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42FCAE6-CE4B-43C1-AD58-AB9C1FAE626F}"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8671D61-B3EF-4E42-BBB1-FBBD3742503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6E1B577-771F-452D-9F3D-CE8362C49E23}"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3B90BC33-F052-460C-9079-DF2FDABB6F85}"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E2FA8C8-B6F6-45AF-8912-07826914EA28}"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98D0BDC8-2915-459E-8CBD-B3DB88FC2A5D}"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4B02F510-FAC4-412B-B0F6-3AD5A117511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3A30EB5-FFC5-464C-A46B-BF0DD4D9BD67}"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BA93B7F-2031-44E9-8AAD-DB049AAD24A5}"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35" name="PlaceHolder 1"/>
          <p:cNvSpPr>
            <a:spLocks noGrp="1"/>
          </p:cNvSpPr>
          <p:nvPr>
            <p:ph type="title"/>
          </p:nvPr>
        </p:nvSpPr>
        <p:spPr>
          <a:xfrm>
            <a:off x="1141560" y="618480"/>
            <a:ext cx="9905760" cy="1478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w Cen MT"/>
            </a:endParaRPr>
          </a:p>
        </p:txBody>
      </p:sp>
      <p:sp>
        <p:nvSpPr>
          <p:cNvPr id="536" name="PlaceHolder 2"/>
          <p:cNvSpPr>
            <a:spLocks noGrp="1"/>
          </p:cNvSpPr>
          <p:nvPr>
            <p:ph/>
          </p:nvPr>
        </p:nvSpPr>
        <p:spPr>
          <a:xfrm>
            <a:off x="1141560" y="2249640"/>
            <a:ext cx="9905760" cy="3541320"/>
          </a:xfrm>
          <a:prstGeom prst="rect">
            <a:avLst/>
          </a:prstGeom>
          <a:noFill/>
          <a:ln w="0">
            <a:noFill/>
          </a:ln>
        </p:spPr>
        <p:txBody>
          <a:bodyPr lIns="0" rIns="0" tIns="0" bIns="0" anchor="t">
            <a:normAutofit/>
          </a:bodyPr>
          <a:p>
            <a:pPr indent="0">
              <a:lnSpc>
                <a:spcPct val="120000"/>
              </a:lnSpc>
              <a:spcBef>
                <a:spcPts val="1417"/>
              </a:spcBef>
              <a:buNone/>
            </a:pPr>
            <a:endParaRPr b="0" lang="en-US" sz="2400" spc="-1" strike="noStrike">
              <a:solidFill>
                <a:schemeClr val="dk1"/>
              </a:solidFill>
              <a:latin typeface="Tw Cen MT"/>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C21AF6D9-B730-448A-A322-483386E029EA}" type="slidenum">
              <a:t>&lt;#&gt;</a:t>
            </a:fld>
          </a:p>
        </p:txBody>
      </p:sp>
      <p:sp>
        <p:nvSpPr>
          <p:cNvPr id="6" name="PlaceHolder 5"/>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46C55680-418A-48A7-8E9C-5FFBE9C98F8A}"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630" name="PlaceHolder 1"/>
          <p:cNvSpPr>
            <a:spLocks noGrp="1"/>
          </p:cNvSpPr>
          <p:nvPr>
            <p:ph type="title"/>
          </p:nvPr>
        </p:nvSpPr>
        <p:spPr>
          <a:xfrm>
            <a:off x="1141560" y="618480"/>
            <a:ext cx="9905760" cy="1478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w Cen MT"/>
            </a:endParaRPr>
          </a:p>
        </p:txBody>
      </p:sp>
      <p:sp>
        <p:nvSpPr>
          <p:cNvPr id="631" name="PlaceHolder 2"/>
          <p:cNvSpPr>
            <a:spLocks noGrp="1"/>
          </p:cNvSpPr>
          <p:nvPr>
            <p:ph/>
          </p:nvPr>
        </p:nvSpPr>
        <p:spPr>
          <a:xfrm>
            <a:off x="1141560" y="2249640"/>
            <a:ext cx="4833720" cy="3541320"/>
          </a:xfrm>
          <a:prstGeom prst="rect">
            <a:avLst/>
          </a:prstGeom>
          <a:noFill/>
          <a:ln w="0">
            <a:noFill/>
          </a:ln>
        </p:spPr>
        <p:txBody>
          <a:bodyPr lIns="0" rIns="0" tIns="0" bIns="0" anchor="t">
            <a:normAutofit/>
          </a:bodyPr>
          <a:p>
            <a:pPr indent="0">
              <a:lnSpc>
                <a:spcPct val="120000"/>
              </a:lnSpc>
              <a:spcBef>
                <a:spcPts val="1417"/>
              </a:spcBef>
              <a:buNone/>
            </a:pPr>
            <a:endParaRPr b="0" lang="en-US" sz="2400" spc="-1" strike="noStrike">
              <a:solidFill>
                <a:schemeClr val="dk1"/>
              </a:solidFill>
              <a:latin typeface="Tw Cen MT"/>
            </a:endParaRPr>
          </a:p>
        </p:txBody>
      </p:sp>
      <p:sp>
        <p:nvSpPr>
          <p:cNvPr id="632" name="PlaceHolder 3"/>
          <p:cNvSpPr>
            <a:spLocks noGrp="1"/>
          </p:cNvSpPr>
          <p:nvPr>
            <p:ph/>
          </p:nvPr>
        </p:nvSpPr>
        <p:spPr>
          <a:xfrm>
            <a:off x="6217200" y="2249640"/>
            <a:ext cx="4833720" cy="3541320"/>
          </a:xfrm>
          <a:prstGeom prst="rect">
            <a:avLst/>
          </a:prstGeom>
          <a:noFill/>
          <a:ln w="0">
            <a:noFill/>
          </a:ln>
        </p:spPr>
        <p:txBody>
          <a:bodyPr lIns="0" rIns="0" tIns="0" bIns="0" anchor="t">
            <a:normAutofit/>
          </a:bodyPr>
          <a:p>
            <a:pPr indent="0">
              <a:lnSpc>
                <a:spcPct val="120000"/>
              </a:lnSpc>
              <a:spcBef>
                <a:spcPts val="1417"/>
              </a:spcBef>
              <a:buNone/>
            </a:pPr>
            <a:endParaRPr b="0" lang="en-US" sz="2400" spc="-1" strike="noStrike">
              <a:solidFill>
                <a:schemeClr val="dk1"/>
              </a:solidFill>
              <a:latin typeface="Tw Cen MT"/>
            </a:endParaRPr>
          </a:p>
        </p:txBody>
      </p:sp>
      <p:sp>
        <p:nvSpPr>
          <p:cNvPr id="5" name="PlaceHolder 4"/>
          <p:cNvSpPr>
            <a:spLocks noGrp="1"/>
          </p:cNvSpPr>
          <p:nvPr>
            <p:ph type="ftr" idx="35"/>
          </p:nvPr>
        </p:nvSpPr>
        <p:spPr/>
        <p:txBody>
          <a:bodyPr/>
          <a:p>
            <a:r>
              <a:t>Footer</a:t>
            </a:r>
          </a:p>
        </p:txBody>
      </p:sp>
      <p:sp>
        <p:nvSpPr>
          <p:cNvPr id="6" name="PlaceHolder 5"/>
          <p:cNvSpPr>
            <a:spLocks noGrp="1"/>
          </p:cNvSpPr>
          <p:nvPr>
            <p:ph type="sldNum" idx="36"/>
          </p:nvPr>
        </p:nvSpPr>
        <p:spPr/>
        <p:txBody>
          <a:bodyPr/>
          <a:p>
            <a:fld id="{9AB0008F-FFD2-4522-B1C9-5DD9602D2D0E}" type="slidenum">
              <a:t>&lt;#&gt;</a:t>
            </a:fld>
          </a:p>
        </p:txBody>
      </p:sp>
      <p:sp>
        <p:nvSpPr>
          <p:cNvPr id="7" name="PlaceHolder 6"/>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7109EA09-A67D-492D-B194-3DB6E37B3BA0}" type="slidenum">
              <a:t>&lt;#&gt;</a:t>
            </a:fld>
          </a:p>
        </p:txBody>
      </p:sp>
      <p:sp>
        <p:nvSpPr>
          <p:cNvPr id="4" name="PlaceHolder 3"/>
          <p:cNvSpPr>
            <a:spLocks noGrp="1"/>
          </p:cNvSpPr>
          <p:nvPr>
            <p:ph type="dt" idx="37"/>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27" name="PlaceHolder 1"/>
          <p:cNvSpPr>
            <a:spLocks noGrp="1"/>
          </p:cNvSpPr>
          <p:nvPr>
            <p:ph type="title"/>
          </p:nvPr>
        </p:nvSpPr>
        <p:spPr>
          <a:xfrm>
            <a:off x="1141560" y="618480"/>
            <a:ext cx="9905760" cy="1478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w Cen MT"/>
            </a:endParaRPr>
          </a:p>
        </p:txBody>
      </p:sp>
      <p:sp>
        <p:nvSpPr>
          <p:cNvPr id="3" name="PlaceHolder 2"/>
          <p:cNvSpPr>
            <a:spLocks noGrp="1"/>
          </p:cNvSpPr>
          <p:nvPr>
            <p:ph type="ftr" idx="41"/>
          </p:nvPr>
        </p:nvSpPr>
        <p:spPr/>
        <p:txBody>
          <a:bodyPr/>
          <a:p>
            <a:r>
              <a:t>Footer</a:t>
            </a:r>
          </a:p>
        </p:txBody>
      </p:sp>
      <p:sp>
        <p:nvSpPr>
          <p:cNvPr id="4" name="PlaceHolder 3"/>
          <p:cNvSpPr>
            <a:spLocks noGrp="1"/>
          </p:cNvSpPr>
          <p:nvPr>
            <p:ph type="sldNum" idx="42"/>
          </p:nvPr>
        </p:nvSpPr>
        <p:spPr/>
        <p:txBody>
          <a:bodyPr/>
          <a:p>
            <a:fld id="{1DE0110F-B0F1-466F-9E8E-F907B8E9F4CA}" type="slidenum">
              <a:t>&lt;#&gt;</a:t>
            </a:fld>
          </a:p>
        </p:txBody>
      </p:sp>
      <p:sp>
        <p:nvSpPr>
          <p:cNvPr id="5" name="PlaceHolder 4"/>
          <p:cNvSpPr>
            <a:spLocks noGrp="1"/>
          </p:cNvSpPr>
          <p:nvPr>
            <p:ph type="dt" idx="40"/>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7D0F6237-09D2-407B-B32E-86EB8550F8B9}" type="slidenum">
              <a:t>&lt;#&gt;</a:t>
            </a:fld>
          </a:p>
        </p:txBody>
      </p:sp>
      <p:sp>
        <p:nvSpPr>
          <p:cNvPr id="4" name="PlaceHolder 3"/>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3B6B5133-D02A-41DB-BEB8-3E9865CB129A}"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p>
            <a:r>
              <a:t>Footer</a:t>
            </a:r>
          </a:p>
        </p:txBody>
      </p:sp>
      <p:sp>
        <p:nvSpPr>
          <p:cNvPr id="3" name="PlaceHolder 2"/>
          <p:cNvSpPr>
            <a:spLocks noGrp="1"/>
          </p:cNvSpPr>
          <p:nvPr>
            <p:ph type="sldNum" idx="51"/>
          </p:nvPr>
        </p:nvSpPr>
        <p:spPr/>
        <p:txBody>
          <a:bodyPr/>
          <a:p>
            <a:fld id="{E34294A2-1CB2-4116-B234-13D2549CF708}" type="slidenum">
              <a:t>&lt;#&gt;</a:t>
            </a:fld>
          </a:p>
        </p:txBody>
      </p:sp>
      <p:sp>
        <p:nvSpPr>
          <p:cNvPr id="4" name="PlaceHolder 3"/>
          <p:cNvSpPr>
            <a:spLocks noGrp="1"/>
          </p:cNvSpPr>
          <p:nvPr>
            <p:ph type="dt" idx="4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0"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1" name="Group 7"/>
          <p:cNvGrpSpPr/>
          <p:nvPr/>
        </p:nvGrpSpPr>
        <p:grpSpPr>
          <a:xfrm>
            <a:off x="-14400" y="0"/>
            <a:ext cx="12053520" cy="6857640"/>
            <a:chOff x="-14400" y="0"/>
            <a:chExt cx="12053520" cy="6857640"/>
          </a:xfrm>
        </p:grpSpPr>
        <p:grpSp>
          <p:nvGrpSpPr>
            <p:cNvPr id="2" name="Group 8"/>
            <p:cNvGrpSpPr/>
            <p:nvPr/>
          </p:nvGrpSpPr>
          <p:grpSpPr>
            <a:xfrm>
              <a:off x="-14400" y="0"/>
              <a:ext cx="1220760" cy="6857640"/>
              <a:chOff x="-14400" y="0"/>
              <a:chExt cx="1220760" cy="6857640"/>
            </a:xfrm>
          </p:grpSpPr>
          <p:sp>
            <p:nvSpPr>
              <p:cNvPr id="3"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0"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15"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9"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4"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9"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30" name="Group 9"/>
            <p:cNvGrpSpPr/>
            <p:nvPr/>
          </p:nvGrpSpPr>
          <p:grpSpPr>
            <a:xfrm>
              <a:off x="11364840" y="0"/>
              <a:ext cx="674280" cy="6848280"/>
              <a:chOff x="11364840" y="0"/>
              <a:chExt cx="674280" cy="6848280"/>
            </a:xfrm>
          </p:grpSpPr>
          <p:sp>
            <p:nvSpPr>
              <p:cNvPr id="31"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3"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4"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8"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9"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pic>
        <p:nvPicPr>
          <p:cNvPr id="41" name="Picture 2" descr="\\DROBO-FS\QuickDrops\JB\PPTX NG\Droplets\LightingOverlay.png"/>
          <p:cNvPicPr/>
          <p:nvPr/>
        </p:nvPicPr>
        <p:blipFill>
          <a:blip r:embed="rId4">
            <a:alphaModFix amt="30000"/>
          </a:blip>
          <a:stretch/>
        </p:blipFill>
        <p:spPr>
          <a:xfrm>
            <a:off x="0" y="0"/>
            <a:ext cx="12191760" cy="6857640"/>
          </a:xfrm>
          <a:prstGeom prst="rect">
            <a:avLst/>
          </a:prstGeom>
          <a:ln w="0">
            <a:noFill/>
          </a:ln>
        </p:spPr>
      </p:pic>
      <p:grpSp>
        <p:nvGrpSpPr>
          <p:cNvPr id="42" name="Group 10"/>
          <p:cNvGrpSpPr/>
          <p:nvPr/>
        </p:nvGrpSpPr>
        <p:grpSpPr>
          <a:xfrm>
            <a:off x="0" y="0"/>
            <a:ext cx="2304720" cy="6857640"/>
            <a:chOff x="0" y="0"/>
            <a:chExt cx="2304720" cy="6857640"/>
          </a:xfrm>
        </p:grpSpPr>
        <p:sp>
          <p:nvSpPr>
            <p:cNvPr id="43" name="Rectangle 5"/>
            <p:cNvSpPr/>
            <p:nvPr/>
          </p:nvSpPr>
          <p:spPr>
            <a:xfrm>
              <a:off x="120960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4" name="Freeform 6"/>
            <p:cNvSpPr/>
            <p:nvPr/>
          </p:nvSpPr>
          <p:spPr>
            <a:xfrm>
              <a:off x="112860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 name="Freeform 7"/>
            <p:cNvSpPr/>
            <p:nvPr/>
          </p:nvSpPr>
          <p:spPr>
            <a:xfrm>
              <a:off x="112392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 name="Rectangle 8"/>
            <p:cNvSpPr/>
            <p:nvPr/>
          </p:nvSpPr>
          <p:spPr>
            <a:xfrm>
              <a:off x="414360" y="9360"/>
              <a:ext cx="28080" cy="44812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 name="Freeform 9"/>
            <p:cNvSpPr/>
            <p:nvPr/>
          </p:nvSpPr>
          <p:spPr>
            <a:xfrm>
              <a:off x="3333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8" name="Freeform 10"/>
            <p:cNvSpPr/>
            <p:nvPr/>
          </p:nvSpPr>
          <p:spPr>
            <a:xfrm>
              <a:off x="190440" y="9360"/>
              <a:ext cx="151920" cy="907560"/>
            </a:xfrm>
            <a:custGeom>
              <a:avLst/>
              <a:gdLst>
                <a:gd name="textAreaLeft" fmla="*/ 0 w 151920"/>
                <a:gd name="textAreaRight" fmla="*/ 152280 w 151920"/>
                <a:gd name="textAreaTop" fmla="*/ 0 h 907560"/>
                <a:gd name="textAreaBottom" fmla="*/ 907920 h 907560"/>
              </a:gdLst>
              <a:ahLst/>
              <a:rect l="textAreaLeft" t="textAreaTop" r="textAreaRight" b="textAreaBottom"/>
              <a:pathLst>
                <a:path w="96" h="572">
                  <a:moveTo>
                    <a:pt x="15" y="572"/>
                  </a:moveTo>
                  <a:lnTo>
                    <a:pt x="0" y="566"/>
                  </a:lnTo>
                  <a:lnTo>
                    <a:pt x="81" y="380"/>
                  </a:lnTo>
                  <a:lnTo>
                    <a:pt x="81" y="0"/>
                  </a:lnTo>
                  <a:lnTo>
                    <a:pt x="96" y="0"/>
                  </a:lnTo>
                  <a:lnTo>
                    <a:pt x="96" y="383"/>
                  </a:lnTo>
                  <a:lnTo>
                    <a:pt x="15" y="57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 name="Freeform 11"/>
            <p:cNvSpPr/>
            <p:nvPr/>
          </p:nvSpPr>
          <p:spPr>
            <a:xfrm>
              <a:off x="1290600" y="14400"/>
              <a:ext cx="375840" cy="1801440"/>
            </a:xfrm>
            <a:custGeom>
              <a:avLst/>
              <a:gdLst>
                <a:gd name="textAreaLeft" fmla="*/ 0 w 375840"/>
                <a:gd name="textAreaRight" fmla="*/ 376200 w 375840"/>
                <a:gd name="textAreaTop" fmla="*/ 0 h 1801440"/>
                <a:gd name="textAreaBottom" fmla="*/ 1801800 h 1801440"/>
              </a:gdLst>
              <a:ahLst/>
              <a:rect l="textAreaLeft" t="textAreaTop" r="textAreaRight" b="textAreaBottom"/>
              <a:pathLst>
                <a:path w="237" h="1135">
                  <a:moveTo>
                    <a:pt x="222" y="1135"/>
                  </a:moveTo>
                  <a:lnTo>
                    <a:pt x="0" y="620"/>
                  </a:lnTo>
                  <a:lnTo>
                    <a:pt x="0" y="0"/>
                  </a:lnTo>
                  <a:lnTo>
                    <a:pt x="18" y="0"/>
                  </a:lnTo>
                  <a:lnTo>
                    <a:pt x="18" y="617"/>
                  </a:lnTo>
                  <a:lnTo>
                    <a:pt x="237" y="1129"/>
                  </a:lnTo>
                  <a:lnTo>
                    <a:pt x="222"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 name="Freeform 12"/>
            <p:cNvSpPr/>
            <p:nvPr/>
          </p:nvSpPr>
          <p:spPr>
            <a:xfrm>
              <a:off x="160020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 name="Freeform 13"/>
            <p:cNvSpPr/>
            <p:nvPr/>
          </p:nvSpPr>
          <p:spPr>
            <a:xfrm>
              <a:off x="1380960" y="9360"/>
              <a:ext cx="371160" cy="1425240"/>
            </a:xfrm>
            <a:custGeom>
              <a:avLst/>
              <a:gdLst>
                <a:gd name="textAreaLeft" fmla="*/ 0 w 371160"/>
                <a:gd name="textAreaRight" fmla="*/ 371520 w 371160"/>
                <a:gd name="textAreaTop" fmla="*/ 0 h 1425240"/>
                <a:gd name="textAreaBottom" fmla="*/ 1425600 h 1425240"/>
              </a:gdLst>
              <a:ahLst/>
              <a:rect l="textAreaLeft" t="textAreaTop" r="textAreaRight" b="textAreaBottom"/>
              <a:pathLst>
                <a:path w="234" h="898">
                  <a:moveTo>
                    <a:pt x="219" y="898"/>
                  </a:moveTo>
                  <a:lnTo>
                    <a:pt x="0" y="383"/>
                  </a:lnTo>
                  <a:lnTo>
                    <a:pt x="0" y="0"/>
                  </a:lnTo>
                  <a:lnTo>
                    <a:pt x="15" y="0"/>
                  </a:lnTo>
                  <a:lnTo>
                    <a:pt x="15" y="380"/>
                  </a:lnTo>
                  <a:lnTo>
                    <a:pt x="234" y="892"/>
                  </a:lnTo>
                  <a:lnTo>
                    <a:pt x="219"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 name="Freeform 14"/>
            <p:cNvSpPr/>
            <p:nvPr/>
          </p:nvSpPr>
          <p:spPr>
            <a:xfrm>
              <a:off x="164304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3" name="Freeform 15"/>
            <p:cNvSpPr/>
            <p:nvPr/>
          </p:nvSpPr>
          <p:spPr>
            <a:xfrm>
              <a:off x="168588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 name="Freeform 16"/>
            <p:cNvSpPr/>
            <p:nvPr/>
          </p:nvSpPr>
          <p:spPr>
            <a:xfrm>
              <a:off x="168588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 name="Freeform 17"/>
            <p:cNvSpPr/>
            <p:nvPr/>
          </p:nvSpPr>
          <p:spPr>
            <a:xfrm>
              <a:off x="1743120" y="4680"/>
              <a:ext cx="418680" cy="522000"/>
            </a:xfrm>
            <a:custGeom>
              <a:avLst/>
              <a:gdLst>
                <a:gd name="textAreaLeft" fmla="*/ 0 w 418680"/>
                <a:gd name="textAreaRight" fmla="*/ 419040 w 418680"/>
                <a:gd name="textAreaTop" fmla="*/ 0 h 522000"/>
                <a:gd name="textAreaBottom" fmla="*/ 522360 h 522000"/>
              </a:gdLst>
              <a:ahLst/>
              <a:rect l="textAreaLeft" t="textAreaTop" r="textAreaRight" b="textAreaBottom"/>
              <a:pathLst>
                <a:path w="264" h="329">
                  <a:moveTo>
                    <a:pt x="252" y="329"/>
                  </a:moveTo>
                  <a:lnTo>
                    <a:pt x="45" y="120"/>
                  </a:lnTo>
                  <a:lnTo>
                    <a:pt x="0" y="6"/>
                  </a:lnTo>
                  <a:lnTo>
                    <a:pt x="15" y="0"/>
                  </a:lnTo>
                  <a:lnTo>
                    <a:pt x="60" y="111"/>
                  </a:lnTo>
                  <a:lnTo>
                    <a:pt x="264" y="317"/>
                  </a:lnTo>
                  <a:lnTo>
                    <a:pt x="252" y="329"/>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 name="Freeform 18"/>
            <p:cNvSpPr/>
            <p:nvPr/>
          </p:nvSpPr>
          <p:spPr>
            <a:xfrm>
              <a:off x="211932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 name="Freeform 19"/>
            <p:cNvSpPr/>
            <p:nvPr/>
          </p:nvSpPr>
          <p:spPr>
            <a:xfrm>
              <a:off x="952560" y="4680"/>
              <a:ext cx="151920" cy="907560"/>
            </a:xfrm>
            <a:custGeom>
              <a:avLst/>
              <a:gdLst>
                <a:gd name="textAreaLeft" fmla="*/ 0 w 151920"/>
                <a:gd name="textAreaRight" fmla="*/ 152280 w 151920"/>
                <a:gd name="textAreaTop" fmla="*/ 0 h 907560"/>
                <a:gd name="textAreaBottom" fmla="*/ 907920 h 907560"/>
              </a:gdLst>
              <a:ahLst/>
              <a:rect l="textAreaLeft" t="textAreaTop" r="textAreaRight" b="textAreaBottom"/>
              <a:pathLst>
                <a:path w="96" h="572">
                  <a:moveTo>
                    <a:pt x="15" y="572"/>
                  </a:moveTo>
                  <a:lnTo>
                    <a:pt x="0" y="572"/>
                  </a:lnTo>
                  <a:lnTo>
                    <a:pt x="0" y="189"/>
                  </a:lnTo>
                  <a:lnTo>
                    <a:pt x="81" y="0"/>
                  </a:lnTo>
                  <a:lnTo>
                    <a:pt x="96" y="6"/>
                  </a:lnTo>
                  <a:lnTo>
                    <a:pt x="15" y="192"/>
                  </a:lnTo>
                  <a:lnTo>
                    <a:pt x="15" y="57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8" name="Freeform 20"/>
            <p:cNvSpPr/>
            <p:nvPr/>
          </p:nvSpPr>
          <p:spPr>
            <a:xfrm>
              <a:off x="86688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 name="Freeform 21"/>
            <p:cNvSpPr/>
            <p:nvPr/>
          </p:nvSpPr>
          <p:spPr>
            <a:xfrm>
              <a:off x="890640" y="15541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 name="Freeform 22"/>
            <p:cNvSpPr/>
            <p:nvPr/>
          </p:nvSpPr>
          <p:spPr>
            <a:xfrm>
              <a:off x="738360" y="5622840"/>
              <a:ext cx="337680" cy="1215720"/>
            </a:xfrm>
            <a:custGeom>
              <a:avLst/>
              <a:gdLst>
                <a:gd name="textAreaLeft" fmla="*/ 0 w 337680"/>
                <a:gd name="textAreaRight" fmla="*/ 338040 w 337680"/>
                <a:gd name="textAreaTop" fmla="*/ 0 h 1215720"/>
                <a:gd name="textAreaBottom" fmla="*/ 1216080 h 1215720"/>
              </a:gdLst>
              <a:ahLst/>
              <a:rect l="textAreaLeft" t="textAreaTop" r="textAreaRight" b="textAreaBottom"/>
              <a:pathLst>
                <a:path w="213" h="766">
                  <a:moveTo>
                    <a:pt x="213" y="766"/>
                  </a:moveTo>
                  <a:lnTo>
                    <a:pt x="195" y="766"/>
                  </a:lnTo>
                  <a:lnTo>
                    <a:pt x="195" y="464"/>
                  </a:lnTo>
                  <a:lnTo>
                    <a:pt x="0" y="6"/>
                  </a:lnTo>
                  <a:lnTo>
                    <a:pt x="12" y="0"/>
                  </a:lnTo>
                  <a:lnTo>
                    <a:pt x="213" y="461"/>
                  </a:lnTo>
                  <a:lnTo>
                    <a:pt x="213"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 name="Freeform 23"/>
            <p:cNvSpPr/>
            <p:nvPr/>
          </p:nvSpPr>
          <p:spPr>
            <a:xfrm>
              <a:off x="647640" y="5479920"/>
              <a:ext cx="156960" cy="156960"/>
            </a:xfrm>
            <a:custGeom>
              <a:avLst/>
              <a:gdLst>
                <a:gd name="textAreaLeft" fmla="*/ 0 w 156960"/>
                <a:gd name="textAreaRight" fmla="*/ 157320 w 156960"/>
                <a:gd name="textAreaTop" fmla="*/ 0 h 156960"/>
                <a:gd name="textAreaBottom" fmla="*/ 157320 h 156960"/>
              </a:gdLst>
              <a:ahLst/>
              <a:rect l="textAreaLeft" t="textAreaTop" r="textAreaRight" b="textAreaBottom"/>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2" name="Freeform 24"/>
            <p:cNvSpPr/>
            <p:nvPr/>
          </p:nvSpPr>
          <p:spPr>
            <a:xfrm>
              <a:off x="6660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3" name="Freeform 25"/>
            <p:cNvSpPr/>
            <p:nvPr/>
          </p:nvSpPr>
          <p:spPr>
            <a:xfrm>
              <a:off x="0" y="3897360"/>
              <a:ext cx="132840" cy="266400"/>
            </a:xfrm>
            <a:custGeom>
              <a:avLst/>
              <a:gdLst>
                <a:gd name="textAreaLeft" fmla="*/ 0 w 132840"/>
                <a:gd name="textAreaRight" fmla="*/ 133200 w 132840"/>
                <a:gd name="textAreaTop" fmla="*/ 0 h 266400"/>
                <a:gd name="textAreaBottom" fmla="*/ 266760 h 266400"/>
              </a:gdLst>
              <a:ahLst/>
              <a:rect l="textAreaLeft" t="textAreaTop" r="textAreaRight" b="textAreaBottom"/>
              <a:pathLst>
                <a:path w="84" h="168">
                  <a:moveTo>
                    <a:pt x="69" y="168"/>
                  </a:moveTo>
                  <a:lnTo>
                    <a:pt x="0" y="6"/>
                  </a:lnTo>
                  <a:lnTo>
                    <a:pt x="12" y="0"/>
                  </a:lnTo>
                  <a:lnTo>
                    <a:pt x="84" y="162"/>
                  </a:lnTo>
                  <a:lnTo>
                    <a:pt x="69" y="16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 name="Freeform 26"/>
            <p:cNvSpPr/>
            <p:nvPr/>
          </p:nvSpPr>
          <p:spPr>
            <a:xfrm>
              <a:off x="66600" y="414972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 name="Freeform 27"/>
            <p:cNvSpPr/>
            <p:nvPr/>
          </p:nvSpPr>
          <p:spPr>
            <a:xfrm>
              <a:off x="0" y="1644480"/>
              <a:ext cx="132840" cy="269640"/>
            </a:xfrm>
            <a:custGeom>
              <a:avLst/>
              <a:gdLst>
                <a:gd name="textAreaLeft" fmla="*/ 0 w 132840"/>
                <a:gd name="textAreaRight" fmla="*/ 133200 w 132840"/>
                <a:gd name="textAreaTop" fmla="*/ 0 h 269640"/>
                <a:gd name="textAreaBottom" fmla="*/ 270000 h 269640"/>
              </a:gdLst>
              <a:ahLst/>
              <a:rect l="textAreaLeft" t="textAreaTop" r="textAreaRight" b="textAreaBottom"/>
              <a:pathLst>
                <a:path w="84" h="170">
                  <a:moveTo>
                    <a:pt x="12" y="170"/>
                  </a:moveTo>
                  <a:lnTo>
                    <a:pt x="0" y="164"/>
                  </a:lnTo>
                  <a:lnTo>
                    <a:pt x="69" y="0"/>
                  </a:lnTo>
                  <a:lnTo>
                    <a:pt x="84" y="6"/>
                  </a:lnTo>
                  <a:lnTo>
                    <a:pt x="12" y="17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 name="Freeform 28"/>
            <p:cNvSpPr/>
            <p:nvPr/>
          </p:nvSpPr>
          <p:spPr>
            <a:xfrm>
              <a:off x="66600" y="14684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7" name="Freeform 29"/>
            <p:cNvSpPr/>
            <p:nvPr/>
          </p:nvSpPr>
          <p:spPr>
            <a:xfrm>
              <a:off x="695160" y="4680"/>
              <a:ext cx="309240" cy="1558440"/>
            </a:xfrm>
            <a:custGeom>
              <a:avLst/>
              <a:gdLst>
                <a:gd name="textAreaLeft" fmla="*/ 0 w 309240"/>
                <a:gd name="textAreaRight" fmla="*/ 309600 w 309240"/>
                <a:gd name="textAreaTop" fmla="*/ 0 h 1558440"/>
                <a:gd name="textAreaBottom" fmla="*/ 1558800 h 1558440"/>
              </a:gdLst>
              <a:ahLst/>
              <a:rect l="textAreaLeft" t="textAreaTop" r="textAreaRight" b="textAreaBottom"/>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8" name="Freeform 30"/>
            <p:cNvSpPr/>
            <p:nvPr/>
          </p:nvSpPr>
          <p:spPr>
            <a:xfrm>
              <a:off x="57240" y="48816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 name="Freeform 31"/>
            <p:cNvSpPr/>
            <p:nvPr/>
          </p:nvSpPr>
          <p:spPr>
            <a:xfrm>
              <a:off x="138240" y="5060880"/>
              <a:ext cx="304560" cy="1777680"/>
            </a:xfrm>
            <a:custGeom>
              <a:avLst/>
              <a:gdLst>
                <a:gd name="textAreaLeft" fmla="*/ 0 w 304560"/>
                <a:gd name="textAreaRight" fmla="*/ 304920 w 304560"/>
                <a:gd name="textAreaTop" fmla="*/ 0 h 1777680"/>
                <a:gd name="textAreaBottom" fmla="*/ 1778040 h 1777680"/>
              </a:gdLst>
              <a:ahLst/>
              <a:rect l="textAreaLeft" t="textAreaTop" r="textAreaRight" b="textAreaBottom"/>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 name="Freeform 32"/>
            <p:cNvSpPr/>
            <p:nvPr/>
          </p:nvSpPr>
          <p:spPr>
            <a:xfrm>
              <a:off x="561960" y="64310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 name="Rectangle 33"/>
            <p:cNvSpPr/>
            <p:nvPr/>
          </p:nvSpPr>
          <p:spPr>
            <a:xfrm>
              <a:off x="642960" y="6610320"/>
              <a:ext cx="23400" cy="24264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2" name="Freeform 34"/>
            <p:cNvSpPr/>
            <p:nvPr/>
          </p:nvSpPr>
          <p:spPr>
            <a:xfrm>
              <a:off x="76320" y="64310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 name="Freeform 35"/>
            <p:cNvSpPr/>
            <p:nvPr/>
          </p:nvSpPr>
          <p:spPr>
            <a:xfrm>
              <a:off x="0" y="5978520"/>
              <a:ext cx="190080" cy="461520"/>
            </a:xfrm>
            <a:custGeom>
              <a:avLst/>
              <a:gdLst>
                <a:gd name="textAreaLeft" fmla="*/ 0 w 190080"/>
                <a:gd name="textAreaRight" fmla="*/ 190440 w 190080"/>
                <a:gd name="textAreaTop" fmla="*/ 0 h 461520"/>
                <a:gd name="textAreaBottom" fmla="*/ 461880 h 461520"/>
              </a:gdLst>
              <a:ahLst/>
              <a:rect l="textAreaLeft" t="textAreaTop" r="textAreaRight" b="textAreaBottom"/>
              <a:pathLst>
                <a:path w="120" h="291">
                  <a:moveTo>
                    <a:pt x="120" y="291"/>
                  </a:moveTo>
                  <a:lnTo>
                    <a:pt x="105" y="291"/>
                  </a:lnTo>
                  <a:lnTo>
                    <a:pt x="105" y="114"/>
                  </a:lnTo>
                  <a:lnTo>
                    <a:pt x="0" y="9"/>
                  </a:lnTo>
                  <a:lnTo>
                    <a:pt x="12" y="0"/>
                  </a:lnTo>
                  <a:lnTo>
                    <a:pt x="120" y="108"/>
                  </a:lnTo>
                  <a:lnTo>
                    <a:pt x="120" y="29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 name="Freeform 36"/>
            <p:cNvSpPr/>
            <p:nvPr/>
          </p:nvSpPr>
          <p:spPr>
            <a:xfrm>
              <a:off x="1014480" y="1801800"/>
              <a:ext cx="213840" cy="755280"/>
            </a:xfrm>
            <a:custGeom>
              <a:avLst/>
              <a:gdLst>
                <a:gd name="textAreaLeft" fmla="*/ 0 w 213840"/>
                <a:gd name="textAreaRight" fmla="*/ 214200 w 213840"/>
                <a:gd name="textAreaTop" fmla="*/ 0 h 755280"/>
                <a:gd name="textAreaBottom" fmla="*/ 755640 h 755280"/>
              </a:gdLst>
              <a:ahLst/>
              <a:rect l="textAreaLeft" t="textAreaTop" r="textAreaRight" b="textAreaBottom"/>
              <a:pathLst>
                <a:path w="135" h="476">
                  <a:moveTo>
                    <a:pt x="12" y="476"/>
                  </a:moveTo>
                  <a:lnTo>
                    <a:pt x="0" y="476"/>
                  </a:lnTo>
                  <a:lnTo>
                    <a:pt x="0" y="128"/>
                  </a:lnTo>
                  <a:lnTo>
                    <a:pt x="126" y="0"/>
                  </a:lnTo>
                  <a:lnTo>
                    <a:pt x="135" y="9"/>
                  </a:lnTo>
                  <a:lnTo>
                    <a:pt x="12" y="131"/>
                  </a:lnTo>
                  <a:lnTo>
                    <a:pt x="12" y="47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 name="Freeform 37"/>
            <p:cNvSpPr/>
            <p:nvPr/>
          </p:nvSpPr>
          <p:spPr>
            <a:xfrm>
              <a:off x="938160" y="2548080"/>
              <a:ext cx="166320" cy="159840"/>
            </a:xfrm>
            <a:custGeom>
              <a:avLst/>
              <a:gdLst>
                <a:gd name="textAreaLeft" fmla="*/ 0 w 166320"/>
                <a:gd name="textAreaRight" fmla="*/ 166680 w 166320"/>
                <a:gd name="textAreaTop" fmla="*/ 0 h 159840"/>
                <a:gd name="textAreaBottom" fmla="*/ 160200 h 159840"/>
              </a:gdLst>
              <a:ahLst/>
              <a:rect l="textAreaLeft" t="textAreaTop" r="textAreaRight" b="textAreaBottom"/>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 name="Freeform 38"/>
            <p:cNvSpPr/>
            <p:nvPr/>
          </p:nvSpPr>
          <p:spPr>
            <a:xfrm>
              <a:off x="595440" y="4680"/>
              <a:ext cx="637920" cy="4025520"/>
            </a:xfrm>
            <a:custGeom>
              <a:avLst/>
              <a:gdLst>
                <a:gd name="textAreaLeft" fmla="*/ 0 w 637920"/>
                <a:gd name="textAreaRight" fmla="*/ 638280 w 637920"/>
                <a:gd name="textAreaTop" fmla="*/ 0 h 4025520"/>
                <a:gd name="textAreaBottom" fmla="*/ 4025880 h 4025520"/>
              </a:gdLst>
              <a:ahLst/>
              <a:rect l="textAreaLeft" t="textAreaTop" r="textAreaRight" b="textAreaBottom"/>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7" name="Freeform 39"/>
            <p:cNvSpPr/>
            <p:nvPr/>
          </p:nvSpPr>
          <p:spPr>
            <a:xfrm>
              <a:off x="122400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 name="Freeform 40"/>
            <p:cNvSpPr/>
            <p:nvPr/>
          </p:nvSpPr>
          <p:spPr>
            <a:xfrm>
              <a:off x="1300320" y="1849320"/>
              <a:ext cx="109080" cy="107640"/>
            </a:xfrm>
            <a:custGeom>
              <a:avLst/>
              <a:gdLst>
                <a:gd name="textAreaLeft" fmla="*/ 0 w 109080"/>
                <a:gd name="textAreaRight" fmla="*/ 109440 w 109080"/>
                <a:gd name="textAreaTop" fmla="*/ 0 h 107640"/>
                <a:gd name="textAreaBottom" fmla="*/ 108000 h 107640"/>
              </a:gdLst>
              <a:ah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 name="Freeform 41"/>
            <p:cNvSpPr/>
            <p:nvPr/>
          </p:nvSpPr>
          <p:spPr>
            <a:xfrm>
              <a:off x="281160" y="3417840"/>
              <a:ext cx="142560" cy="474480"/>
            </a:xfrm>
            <a:custGeom>
              <a:avLst/>
              <a:gdLst>
                <a:gd name="textAreaLeft" fmla="*/ 0 w 142560"/>
                <a:gd name="textAreaRight" fmla="*/ 142920 w 142560"/>
                <a:gd name="textAreaTop" fmla="*/ 0 h 474480"/>
                <a:gd name="textAreaBottom" fmla="*/ 474840 h 474480"/>
              </a:gdLst>
              <a:ahLst/>
              <a:rect l="textAreaLeft" t="textAreaTop" r="textAreaRight" b="textAreaBottom"/>
              <a:pathLst>
                <a:path w="90" h="299">
                  <a:moveTo>
                    <a:pt x="12" y="299"/>
                  </a:moveTo>
                  <a:lnTo>
                    <a:pt x="0" y="299"/>
                  </a:lnTo>
                  <a:lnTo>
                    <a:pt x="0" y="80"/>
                  </a:lnTo>
                  <a:lnTo>
                    <a:pt x="81" y="0"/>
                  </a:lnTo>
                  <a:lnTo>
                    <a:pt x="90" y="8"/>
                  </a:lnTo>
                  <a:lnTo>
                    <a:pt x="12" y="83"/>
                  </a:lnTo>
                  <a:lnTo>
                    <a:pt x="12" y="299"/>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 name="Freeform 42"/>
            <p:cNvSpPr/>
            <p:nvPr/>
          </p:nvSpPr>
          <p:spPr>
            <a:xfrm>
              <a:off x="237960" y="3882960"/>
              <a:ext cx="109080" cy="109080"/>
            </a:xfrm>
            <a:custGeom>
              <a:avLst/>
              <a:gdLst>
                <a:gd name="textAreaLeft" fmla="*/ 0 w 109080"/>
                <a:gd name="textAreaRight" fmla="*/ 109440 w 109080"/>
                <a:gd name="textAreaTop" fmla="*/ 0 h 109080"/>
                <a:gd name="textAreaBottom" fmla="*/ 109440 h 109080"/>
              </a:gdLst>
              <a:ahLst/>
              <a:rect l="textAreaLeft" t="textAreaTop" r="textAreaRight" b="textAreaBottom"/>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1" name="Freeform 43"/>
            <p:cNvSpPr/>
            <p:nvPr/>
          </p:nvSpPr>
          <p:spPr>
            <a:xfrm>
              <a:off x="4680" y="2166840"/>
              <a:ext cx="114120" cy="452160"/>
            </a:xfrm>
            <a:custGeom>
              <a:avLst/>
              <a:gdLst>
                <a:gd name="textAreaLeft" fmla="*/ 0 w 114120"/>
                <a:gd name="textAreaRight" fmla="*/ 114480 w 114120"/>
                <a:gd name="textAreaTop" fmla="*/ 0 h 452160"/>
                <a:gd name="textAreaBottom" fmla="*/ 452520 h 452160"/>
              </a:gdLst>
              <a:ahLst/>
              <a:rect l="textAreaLeft" t="textAreaTop" r="textAreaRight" b="textAreaBottom"/>
              <a:pathLst>
                <a:path w="72" h="285">
                  <a:moveTo>
                    <a:pt x="6" y="285"/>
                  </a:moveTo>
                  <a:lnTo>
                    <a:pt x="0" y="276"/>
                  </a:lnTo>
                  <a:lnTo>
                    <a:pt x="60" y="216"/>
                  </a:lnTo>
                  <a:lnTo>
                    <a:pt x="60" y="0"/>
                  </a:lnTo>
                  <a:lnTo>
                    <a:pt x="72" y="0"/>
                  </a:lnTo>
                  <a:lnTo>
                    <a:pt x="72" y="222"/>
                  </a:lnTo>
                  <a:lnTo>
                    <a:pt x="6" y="28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 name="Freeform 44"/>
            <p:cNvSpPr/>
            <p:nvPr/>
          </p:nvSpPr>
          <p:spPr>
            <a:xfrm>
              <a:off x="52560" y="2066760"/>
              <a:ext cx="109080" cy="109080"/>
            </a:xfrm>
            <a:custGeom>
              <a:avLst/>
              <a:gdLst>
                <a:gd name="textAreaLeft" fmla="*/ 0 w 109080"/>
                <a:gd name="textAreaRight" fmla="*/ 109440 w 109080"/>
                <a:gd name="textAreaTop" fmla="*/ 0 h 109080"/>
                <a:gd name="textAreaBottom" fmla="*/ 109440 h 109080"/>
              </a:gdLst>
              <a:ah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 name="Rectangle 45"/>
            <p:cNvSpPr/>
            <p:nvPr/>
          </p:nvSpPr>
          <p:spPr>
            <a:xfrm>
              <a:off x="122868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 name="Freeform 46"/>
            <p:cNvSpPr/>
            <p:nvPr/>
          </p:nvSpPr>
          <p:spPr>
            <a:xfrm>
              <a:off x="1319040" y="5041800"/>
              <a:ext cx="371160" cy="1801440"/>
            </a:xfrm>
            <a:custGeom>
              <a:avLst/>
              <a:gdLst>
                <a:gd name="textAreaLeft" fmla="*/ 0 w 371160"/>
                <a:gd name="textAreaRight" fmla="*/ 371520 w 371160"/>
                <a:gd name="textAreaTop" fmla="*/ 0 h 1801440"/>
                <a:gd name="textAreaBottom" fmla="*/ 1801800 h 1801440"/>
              </a:gdLst>
              <a:ahLst/>
              <a:rect l="textAreaLeft" t="textAreaTop" r="textAreaRight" b="textAreaBottom"/>
              <a:pathLst>
                <a:path w="234" h="1135">
                  <a:moveTo>
                    <a:pt x="15" y="1135"/>
                  </a:moveTo>
                  <a:lnTo>
                    <a:pt x="0" y="1135"/>
                  </a:lnTo>
                  <a:lnTo>
                    <a:pt x="0" y="515"/>
                  </a:lnTo>
                  <a:lnTo>
                    <a:pt x="0" y="512"/>
                  </a:lnTo>
                  <a:lnTo>
                    <a:pt x="219" y="0"/>
                  </a:lnTo>
                  <a:lnTo>
                    <a:pt x="234"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 name="Freeform 47"/>
            <p:cNvSpPr/>
            <p:nvPr/>
          </p:nvSpPr>
          <p:spPr>
            <a:xfrm>
              <a:off x="114768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6" name="Freeform 48"/>
            <p:cNvSpPr/>
            <p:nvPr/>
          </p:nvSpPr>
          <p:spPr>
            <a:xfrm>
              <a:off x="819000" y="3983040"/>
              <a:ext cx="347400" cy="2860200"/>
            </a:xfrm>
            <a:custGeom>
              <a:avLst/>
              <a:gdLst>
                <a:gd name="textAreaLeft" fmla="*/ 0 w 347400"/>
                <a:gd name="textAreaRight" fmla="*/ 347760 w 347400"/>
                <a:gd name="textAreaTop" fmla="*/ 0 h 2860200"/>
                <a:gd name="textAreaBottom" fmla="*/ 2860560 h 2860200"/>
              </a:gdLst>
              <a:ahLst/>
              <a:rect l="textAreaLeft" t="textAreaTop" r="textAreaRight" b="textAreaBottom"/>
              <a:pathLst>
                <a:path w="219" h="1802">
                  <a:moveTo>
                    <a:pt x="219" y="1802"/>
                  </a:moveTo>
                  <a:lnTo>
                    <a:pt x="201" y="1802"/>
                  </a:lnTo>
                  <a:lnTo>
                    <a:pt x="201" y="1185"/>
                  </a:lnTo>
                  <a:lnTo>
                    <a:pt x="0" y="3"/>
                  </a:lnTo>
                  <a:lnTo>
                    <a:pt x="15" y="0"/>
                  </a:lnTo>
                  <a:lnTo>
                    <a:pt x="219" y="1185"/>
                  </a:lnTo>
                  <a:lnTo>
                    <a:pt x="219" y="180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7" name="Freeform 49"/>
            <p:cNvSpPr/>
            <p:nvPr/>
          </p:nvSpPr>
          <p:spPr>
            <a:xfrm>
              <a:off x="728640" y="380700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8" name="Freeform 50"/>
            <p:cNvSpPr/>
            <p:nvPr/>
          </p:nvSpPr>
          <p:spPr>
            <a:xfrm>
              <a:off x="162396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9" name="Freeform 51"/>
            <p:cNvSpPr/>
            <p:nvPr/>
          </p:nvSpPr>
          <p:spPr>
            <a:xfrm>
              <a:off x="1405080" y="5423040"/>
              <a:ext cx="371160" cy="1425240"/>
            </a:xfrm>
            <a:custGeom>
              <a:avLst/>
              <a:gdLst>
                <a:gd name="textAreaLeft" fmla="*/ 0 w 371160"/>
                <a:gd name="textAreaRight" fmla="*/ 371520 w 371160"/>
                <a:gd name="textAreaTop" fmla="*/ 0 h 1425240"/>
                <a:gd name="textAreaBottom" fmla="*/ 1425600 h 1425240"/>
              </a:gdLst>
              <a:ahLst/>
              <a:rect l="textAreaLeft" t="textAreaTop" r="textAreaRight" b="textAreaBottom"/>
              <a:pathLst>
                <a:path w="234" h="898">
                  <a:moveTo>
                    <a:pt x="18" y="898"/>
                  </a:moveTo>
                  <a:lnTo>
                    <a:pt x="0" y="898"/>
                  </a:lnTo>
                  <a:lnTo>
                    <a:pt x="0" y="515"/>
                  </a:lnTo>
                  <a:lnTo>
                    <a:pt x="0" y="512"/>
                  </a:lnTo>
                  <a:lnTo>
                    <a:pt x="222" y="0"/>
                  </a:lnTo>
                  <a:lnTo>
                    <a:pt x="234"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0" name="Freeform 52"/>
            <p:cNvSpPr/>
            <p:nvPr/>
          </p:nvSpPr>
          <p:spPr>
            <a:xfrm>
              <a:off x="166680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1" name="Freeform 53"/>
            <p:cNvSpPr/>
            <p:nvPr/>
          </p:nvSpPr>
          <p:spPr>
            <a:xfrm>
              <a:off x="170964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2" name="Freeform 54"/>
            <p:cNvSpPr/>
            <p:nvPr/>
          </p:nvSpPr>
          <p:spPr>
            <a:xfrm>
              <a:off x="170964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3" name="Freeform 55"/>
            <p:cNvSpPr/>
            <p:nvPr/>
          </p:nvSpPr>
          <p:spPr>
            <a:xfrm>
              <a:off x="1766880" y="6330960"/>
              <a:ext cx="418680" cy="526680"/>
            </a:xfrm>
            <a:custGeom>
              <a:avLst/>
              <a:gdLst>
                <a:gd name="textAreaLeft" fmla="*/ 0 w 418680"/>
                <a:gd name="textAreaRight" fmla="*/ 419040 w 418680"/>
                <a:gd name="textAreaTop" fmla="*/ 0 h 526680"/>
                <a:gd name="textAreaBottom" fmla="*/ 527040 h 526680"/>
              </a:gdLst>
              <a:ahLst/>
              <a:rect l="textAreaLeft" t="textAreaTop" r="textAreaRight" b="textAreaBottom"/>
              <a:pathLst>
                <a:path w="264" h="332">
                  <a:moveTo>
                    <a:pt x="12" y="332"/>
                  </a:moveTo>
                  <a:lnTo>
                    <a:pt x="0" y="326"/>
                  </a:lnTo>
                  <a:lnTo>
                    <a:pt x="45" y="206"/>
                  </a:lnTo>
                  <a:lnTo>
                    <a:pt x="255" y="0"/>
                  </a:lnTo>
                  <a:lnTo>
                    <a:pt x="264" y="12"/>
                  </a:lnTo>
                  <a:lnTo>
                    <a:pt x="60" y="215"/>
                  </a:lnTo>
                  <a:lnTo>
                    <a:pt x="12"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4" name="Freeform 56"/>
            <p:cNvSpPr/>
            <p:nvPr/>
          </p:nvSpPr>
          <p:spPr>
            <a:xfrm>
              <a:off x="214776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5" name="Freeform 57"/>
            <p:cNvSpPr/>
            <p:nvPr/>
          </p:nvSpPr>
          <p:spPr>
            <a:xfrm>
              <a:off x="504720" y="9360"/>
              <a:ext cx="232920" cy="5103360"/>
            </a:xfrm>
            <a:custGeom>
              <a:avLst/>
              <a:gdLst>
                <a:gd name="textAreaLeft" fmla="*/ 0 w 232920"/>
                <a:gd name="textAreaRight" fmla="*/ 233280 w 232920"/>
                <a:gd name="textAreaTop" fmla="*/ 0 h 5103360"/>
                <a:gd name="textAreaBottom" fmla="*/ 5103720 h 5103360"/>
              </a:gdLst>
              <a:ahLst/>
              <a:rect l="textAreaLeft" t="textAreaTop" r="textAreaRight" b="textAreaBottom"/>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96" name="Freeform 58"/>
            <p:cNvSpPr/>
            <p:nvPr/>
          </p:nvSpPr>
          <p:spPr>
            <a:xfrm>
              <a:off x="633240" y="5103720"/>
              <a:ext cx="185400" cy="185400"/>
            </a:xfrm>
            <a:custGeom>
              <a:avLst/>
              <a:gdLst>
                <a:gd name="textAreaLeft" fmla="*/ 0 w 185400"/>
                <a:gd name="textAreaRight" fmla="*/ 185760 w 185400"/>
                <a:gd name="textAreaTop" fmla="*/ 0 h 185400"/>
                <a:gd name="textAreaBottom" fmla="*/ 185760 h 185400"/>
              </a:gdLst>
              <a:ahLst/>
              <a:rect l="textAreaLeft" t="textAreaTop" r="textAreaRight" b="textAreaBottom"/>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sp>
        <p:nvSpPr>
          <p:cNvPr id="97" name="PlaceHolder 1"/>
          <p:cNvSpPr>
            <a:spLocks noGrp="1"/>
          </p:cNvSpPr>
          <p:nvPr>
            <p:ph type="title"/>
          </p:nvPr>
        </p:nvSpPr>
        <p:spPr>
          <a:xfrm>
            <a:off x="1876320" y="1122480"/>
            <a:ext cx="8791200" cy="2387160"/>
          </a:xfrm>
          <a:prstGeom prst="rect">
            <a:avLst/>
          </a:prstGeom>
          <a:noFill/>
          <a:ln w="0">
            <a:noFill/>
          </a:ln>
        </p:spPr>
        <p:txBody>
          <a:bodyPr lIns="91440" rIns="91440" tIns="45720" bIns="45720" anchor="b">
            <a:normAutofit/>
          </a:bodyPr>
          <a:p>
            <a:pPr indent="0" defTabSz="914400">
              <a:lnSpc>
                <a:spcPct val="90000"/>
              </a:lnSpc>
              <a:buNone/>
            </a:pPr>
            <a:r>
              <a:rPr b="0" lang="en-US" sz="4800" spc="-1" strike="noStrike" cap="all">
                <a:solidFill>
                  <a:schemeClr val="dk1"/>
                </a:solidFill>
                <a:latin typeface="Tw Cen MT"/>
              </a:rPr>
              <a:t>Click </a:t>
            </a:r>
            <a:r>
              <a:rPr b="0" lang="en-US" sz="4800" spc="-1" strike="noStrike" cap="all">
                <a:solidFill>
                  <a:schemeClr val="dk1"/>
                </a:solidFill>
                <a:latin typeface="Tw Cen MT"/>
              </a:rPr>
              <a:t>to </a:t>
            </a:r>
            <a:r>
              <a:rPr b="0" lang="en-US" sz="4800" spc="-1" strike="noStrike" cap="all">
                <a:solidFill>
                  <a:schemeClr val="dk1"/>
                </a:solidFill>
                <a:latin typeface="Tw Cen MT"/>
              </a:rPr>
              <a:t>edit </a:t>
            </a:r>
            <a:r>
              <a:rPr b="0" lang="en-US" sz="4800" spc="-1" strike="noStrike" cap="all">
                <a:solidFill>
                  <a:schemeClr val="dk1"/>
                </a:solidFill>
                <a:latin typeface="Tw Cen MT"/>
              </a:rPr>
              <a:t>Maste</a:t>
            </a:r>
            <a:r>
              <a:rPr b="0" lang="en-US" sz="4800" spc="-1" strike="noStrike" cap="all">
                <a:solidFill>
                  <a:schemeClr val="dk1"/>
                </a:solidFill>
                <a:latin typeface="Tw Cen MT"/>
              </a:rPr>
              <a:t>r title </a:t>
            </a:r>
            <a:r>
              <a:rPr b="0" lang="en-US" sz="4800" spc="-1" strike="noStrike" cap="all">
                <a:solidFill>
                  <a:schemeClr val="dk1"/>
                </a:solidFill>
                <a:latin typeface="Tw Cen MT"/>
              </a:rPr>
              <a:t>style</a:t>
            </a:r>
            <a:endParaRPr b="0" lang="en-US" sz="4800" spc="-1" strike="noStrike">
              <a:solidFill>
                <a:schemeClr val="dk1"/>
              </a:solidFill>
              <a:latin typeface="Tw Cen MT"/>
            </a:endParaRPr>
          </a:p>
        </p:txBody>
      </p:sp>
      <p:sp>
        <p:nvSpPr>
          <p:cNvPr id="98" name="PlaceHolder 2"/>
          <p:cNvSpPr>
            <a:spLocks noGrp="1"/>
          </p:cNvSpPr>
          <p:nvPr>
            <p:ph type="dt" idx="1"/>
          </p:nvPr>
        </p:nvSpPr>
        <p:spPr>
          <a:xfrm>
            <a:off x="7077600" y="541008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99" name="PlaceHolder 3"/>
          <p:cNvSpPr>
            <a:spLocks noGrp="1"/>
          </p:cNvSpPr>
          <p:nvPr>
            <p:ph type="ftr" idx="2"/>
          </p:nvPr>
        </p:nvSpPr>
        <p:spPr>
          <a:xfrm>
            <a:off x="1876320" y="5410080"/>
            <a:ext cx="51246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00" name="PlaceHolder 4"/>
          <p:cNvSpPr>
            <a:spLocks noGrp="1"/>
          </p:cNvSpPr>
          <p:nvPr>
            <p:ph type="sldNum" idx="3"/>
          </p:nvPr>
        </p:nvSpPr>
        <p:spPr>
          <a:xfrm>
            <a:off x="9896760" y="541008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C07095D9-1A26-4246-A63B-723CD834B6C2}"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
        <p:nvSpPr>
          <p:cNvPr id="10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en-US" sz="2400" spc="-1" strike="noStrike">
                <a:solidFill>
                  <a:schemeClr val="dk1"/>
                </a:solidFill>
                <a:latin typeface="Tw Cen MT"/>
              </a:rPr>
              <a:t>Click to edit the outline text format</a:t>
            </a:r>
            <a:endParaRPr b="0" lang="en-US" sz="2400" spc="-1" strike="noStrike">
              <a:solidFill>
                <a:schemeClr val="dk1"/>
              </a:solidFill>
              <a:latin typeface="Tw Cen MT"/>
            </a:endParaRPr>
          </a:p>
          <a:p>
            <a:pPr lvl="1" marL="864000" indent="-324000">
              <a:lnSpc>
                <a:spcPct val="120000"/>
              </a:lnSpc>
              <a:spcBef>
                <a:spcPts val="1134"/>
              </a:spcBef>
              <a:buClr>
                <a:srgbClr val="ffffff"/>
              </a:buClr>
              <a:buSzPct val="75000"/>
              <a:buFont typeface="Symbol" charset="2"/>
              <a:buChar char=""/>
            </a:pPr>
            <a:r>
              <a:rPr b="0" lang="en-US" sz="1800" spc="-1" strike="noStrike">
                <a:solidFill>
                  <a:schemeClr val="dk1"/>
                </a:solidFill>
                <a:latin typeface="Tw Cen MT"/>
              </a:rPr>
              <a:t>Second Outline Level</a:t>
            </a:r>
            <a:endParaRPr b="0" lang="en-US" sz="1800" spc="-1" strike="noStrike">
              <a:solidFill>
                <a:schemeClr val="dk1"/>
              </a:solidFill>
              <a:latin typeface="Tw Cen MT"/>
            </a:endParaRPr>
          </a:p>
          <a:p>
            <a:pPr lvl="2" marL="1296000" indent="-288000">
              <a:lnSpc>
                <a:spcPct val="120000"/>
              </a:lnSpc>
              <a:spcBef>
                <a:spcPts val="850"/>
              </a:spcBef>
              <a:buClr>
                <a:srgbClr val="ffffff"/>
              </a:buClr>
              <a:buSzPct val="45000"/>
              <a:buFont typeface="Wingdings" charset="2"/>
              <a:buChar char=""/>
            </a:pPr>
            <a:r>
              <a:rPr b="0" lang="en-US" sz="1600" spc="-1" strike="noStrike">
                <a:solidFill>
                  <a:schemeClr val="dk1"/>
                </a:solidFill>
                <a:latin typeface="Tw Cen MT"/>
              </a:rPr>
              <a:t>Third Outline Level</a:t>
            </a:r>
            <a:endParaRPr b="0" lang="en-US" sz="1600" spc="-1" strike="noStrike">
              <a:solidFill>
                <a:schemeClr val="dk1"/>
              </a:solidFill>
              <a:latin typeface="Tw Cen MT"/>
            </a:endParaRPr>
          </a:p>
          <a:p>
            <a:pPr lvl="3" marL="1728000" indent="-216000">
              <a:lnSpc>
                <a:spcPct val="120000"/>
              </a:lnSpc>
              <a:spcBef>
                <a:spcPts val="567"/>
              </a:spcBef>
              <a:buClr>
                <a:srgbClr val="ffffff"/>
              </a:buClr>
              <a:buSzPct val="75000"/>
              <a:buFont typeface="Symbol" charset="2"/>
              <a:buChar char=""/>
            </a:pPr>
            <a:r>
              <a:rPr b="0" lang="en-US" sz="1600" spc="-1" strike="noStrike">
                <a:solidFill>
                  <a:schemeClr val="dk1"/>
                </a:solidFill>
                <a:latin typeface="Tw Cen MT"/>
              </a:rPr>
              <a:t>Fourth Outline Level</a:t>
            </a:r>
            <a:endParaRPr b="0" lang="en-US" sz="1600" spc="-1" strike="noStrike">
              <a:solidFill>
                <a:schemeClr val="dk1"/>
              </a:solidFill>
              <a:latin typeface="Tw Cen MT"/>
            </a:endParaRPr>
          </a:p>
          <a:p>
            <a:pPr lvl="4" marL="2160000" indent="-216000">
              <a:lnSpc>
                <a:spcPct val="120000"/>
              </a:lnSpc>
              <a:spcBef>
                <a:spcPts val="283"/>
              </a:spcBef>
              <a:buClr>
                <a:srgbClr val="ffffff"/>
              </a:buClr>
              <a:buSzPct val="45000"/>
              <a:buFont typeface="Wingdings" charset="2"/>
              <a:buChar char=""/>
            </a:pPr>
            <a:r>
              <a:rPr b="0" lang="en-US" sz="2000" spc="-1" strike="noStrike">
                <a:solidFill>
                  <a:schemeClr val="dk1"/>
                </a:solidFill>
                <a:latin typeface="Tw Cen MT"/>
              </a:rPr>
              <a:t>Fifth Outline Level</a:t>
            </a:r>
            <a:endParaRPr b="0" lang="en-US" sz="2000" spc="-1" strike="noStrike">
              <a:solidFill>
                <a:schemeClr val="dk1"/>
              </a:solidFill>
              <a:latin typeface="Tw Cen MT"/>
            </a:endParaRPr>
          </a:p>
          <a:p>
            <a:pPr lvl="5" marL="2592000" indent="-216000">
              <a:lnSpc>
                <a:spcPct val="120000"/>
              </a:lnSpc>
              <a:spcBef>
                <a:spcPts val="283"/>
              </a:spcBef>
              <a:buClr>
                <a:srgbClr val="ffffff"/>
              </a:buClr>
              <a:buSzPct val="45000"/>
              <a:buFont typeface="Wingdings" charset="2"/>
              <a:buChar char=""/>
            </a:pPr>
            <a:r>
              <a:rPr b="0" lang="en-US" sz="2000" spc="-1" strike="noStrike">
                <a:solidFill>
                  <a:schemeClr val="dk1"/>
                </a:solidFill>
                <a:latin typeface="Tw Cen MT"/>
              </a:rPr>
              <a:t>Sixth Outline Level</a:t>
            </a:r>
            <a:endParaRPr b="0" lang="en-US" sz="2000" spc="-1" strike="noStrike">
              <a:solidFill>
                <a:schemeClr val="dk1"/>
              </a:solidFill>
              <a:latin typeface="Tw Cen MT"/>
            </a:endParaRPr>
          </a:p>
          <a:p>
            <a:pPr lvl="6" marL="3024000" indent="-216000">
              <a:lnSpc>
                <a:spcPct val="120000"/>
              </a:lnSpc>
              <a:spcBef>
                <a:spcPts val="283"/>
              </a:spcBef>
              <a:buClr>
                <a:srgbClr val="ffffff"/>
              </a:buClr>
              <a:buSzPct val="45000"/>
              <a:buFont typeface="Wingdings" charset="2"/>
              <a:buChar char=""/>
            </a:pPr>
            <a:r>
              <a:rPr b="0" lang="en-US" sz="2000" spc="-1" strike="noStrike">
                <a:solidFill>
                  <a:schemeClr val="dk1"/>
                </a:solidFill>
                <a:latin typeface="Tw Cen MT"/>
              </a:rPr>
              <a:t>Seventh Outline Level</a:t>
            </a:r>
            <a:endParaRPr b="0" lang="en-US" sz="2000" spc="-1" strike="noStrike">
              <a:solidFill>
                <a:schemeClr val="dk1"/>
              </a:solidFill>
              <a:latin typeface="Tw Cen MT"/>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04"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105" name="Group 7"/>
          <p:cNvGrpSpPr/>
          <p:nvPr/>
        </p:nvGrpSpPr>
        <p:grpSpPr>
          <a:xfrm>
            <a:off x="-14400" y="0"/>
            <a:ext cx="12053520" cy="6857640"/>
            <a:chOff x="-14400" y="0"/>
            <a:chExt cx="12053520" cy="6857640"/>
          </a:xfrm>
        </p:grpSpPr>
        <p:grpSp>
          <p:nvGrpSpPr>
            <p:cNvPr id="106" name="Group 8"/>
            <p:cNvGrpSpPr/>
            <p:nvPr/>
          </p:nvGrpSpPr>
          <p:grpSpPr>
            <a:xfrm>
              <a:off x="-14400" y="0"/>
              <a:ext cx="1220760" cy="6857640"/>
              <a:chOff x="-14400" y="0"/>
              <a:chExt cx="1220760" cy="6857640"/>
            </a:xfrm>
          </p:grpSpPr>
          <p:sp>
            <p:nvSpPr>
              <p:cNvPr id="107"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08"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09"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0"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1"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2"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3"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4"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5"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6"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7"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18"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119"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0"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1"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2"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3"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4"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5"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6"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7"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8"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29"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0"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1"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2"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3"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134" name="Group 9"/>
            <p:cNvGrpSpPr/>
            <p:nvPr/>
          </p:nvGrpSpPr>
          <p:grpSpPr>
            <a:xfrm>
              <a:off x="11364840" y="0"/>
              <a:ext cx="674280" cy="6848280"/>
              <a:chOff x="11364840" y="0"/>
              <a:chExt cx="674280" cy="6848280"/>
            </a:xfrm>
          </p:grpSpPr>
          <p:sp>
            <p:nvSpPr>
              <p:cNvPr id="135"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6"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7"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8"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39"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0"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1"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2"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3"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44"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145" name="PlaceHolder 1"/>
          <p:cNvSpPr>
            <a:spLocks noGrp="1"/>
          </p:cNvSpPr>
          <p:nvPr>
            <p:ph type="title"/>
          </p:nvPr>
        </p:nvSpPr>
        <p:spPr>
          <a:xfrm>
            <a:off x="1141560" y="4304520"/>
            <a:ext cx="9911880" cy="819000"/>
          </a:xfrm>
          <a:prstGeom prst="rect">
            <a:avLst/>
          </a:prstGeom>
          <a:noFill/>
          <a:ln w="0">
            <a:noFill/>
          </a:ln>
        </p:spPr>
        <p:txBody>
          <a:bodyPr lIns="91440" rIns="91440" tIns="45720" bIns="45720" anchor="b">
            <a:normAutofit/>
          </a:bodyPr>
          <a:p>
            <a:pPr indent="0" defTabSz="914400">
              <a:lnSpc>
                <a:spcPct val="90000"/>
              </a:lnSpc>
              <a:buNone/>
            </a:pPr>
            <a:r>
              <a:rPr b="0" lang="en-US" sz="3200" spc="-1" strike="noStrike" cap="all">
                <a:solidFill>
                  <a:schemeClr val="dk1"/>
                </a:solidFill>
                <a:latin typeface="Tw Cen MT"/>
              </a:rPr>
              <a:t>Click </a:t>
            </a:r>
            <a:r>
              <a:rPr b="0" lang="en-US" sz="3200" spc="-1" strike="noStrike" cap="all">
                <a:solidFill>
                  <a:schemeClr val="dk1"/>
                </a:solidFill>
                <a:latin typeface="Tw Cen MT"/>
              </a:rPr>
              <a:t>to edit </a:t>
            </a:r>
            <a:r>
              <a:rPr b="0" lang="en-US" sz="3200" spc="-1" strike="noStrike" cap="all">
                <a:solidFill>
                  <a:schemeClr val="dk1"/>
                </a:solidFill>
                <a:latin typeface="Tw Cen MT"/>
              </a:rPr>
              <a:t>Master </a:t>
            </a:r>
            <a:r>
              <a:rPr b="0" lang="en-US" sz="3200" spc="-1" strike="noStrike" cap="all">
                <a:solidFill>
                  <a:schemeClr val="dk1"/>
                </a:solidFill>
                <a:latin typeface="Tw Cen MT"/>
              </a:rPr>
              <a:t>title </a:t>
            </a:r>
            <a:r>
              <a:rPr b="0" lang="en-US" sz="3200" spc="-1" strike="noStrike" cap="all">
                <a:solidFill>
                  <a:schemeClr val="dk1"/>
                </a:solidFill>
                <a:latin typeface="Tw Cen MT"/>
              </a:rPr>
              <a:t>style</a:t>
            </a:r>
            <a:endParaRPr b="0" lang="en-US" sz="3200" spc="-1" strike="noStrike">
              <a:solidFill>
                <a:schemeClr val="dk1"/>
              </a:solidFill>
              <a:latin typeface="Tw Cen MT"/>
            </a:endParaRPr>
          </a:p>
        </p:txBody>
      </p:sp>
      <p:sp>
        <p:nvSpPr>
          <p:cNvPr id="146" name="PlaceHolder 2"/>
          <p:cNvSpPr>
            <a:spLocks noGrp="1"/>
          </p:cNvSpPr>
          <p:nvPr>
            <p:ph type="body"/>
          </p:nvPr>
        </p:nvSpPr>
        <p:spPr>
          <a:xfrm>
            <a:off x="1141560" y="606600"/>
            <a:ext cx="9911880" cy="329940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3200" spc="-1" strike="noStrike">
                <a:solidFill>
                  <a:schemeClr val="dk1"/>
                </a:solidFill>
                <a:latin typeface="Tw Cen MT"/>
              </a:rPr>
              <a:t>Click icon to add picture</a:t>
            </a:r>
            <a:endParaRPr b="0" lang="en-US" sz="3200" spc="-1" strike="noStrike">
              <a:solidFill>
                <a:schemeClr val="dk1"/>
              </a:solidFill>
              <a:latin typeface="Tw Cen MT"/>
            </a:endParaRPr>
          </a:p>
        </p:txBody>
      </p:sp>
      <p:sp>
        <p:nvSpPr>
          <p:cNvPr id="147" name="PlaceHolder 3"/>
          <p:cNvSpPr>
            <a:spLocks noGrp="1"/>
          </p:cNvSpPr>
          <p:nvPr>
            <p:ph type="body"/>
          </p:nvPr>
        </p:nvSpPr>
        <p:spPr>
          <a:xfrm>
            <a:off x="1141200" y="5123880"/>
            <a:ext cx="9910440" cy="6822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600" spc="-1" strike="noStrike">
                <a:solidFill>
                  <a:schemeClr val="dk1"/>
                </a:solidFill>
                <a:latin typeface="Tw Cen MT"/>
              </a:rPr>
              <a:t>Click to edit Master text styles</a:t>
            </a:r>
            <a:endParaRPr b="0" lang="en-US" sz="1600" spc="-1" strike="noStrike">
              <a:solidFill>
                <a:schemeClr val="dk1"/>
              </a:solidFill>
              <a:latin typeface="Tw Cen MT"/>
            </a:endParaRPr>
          </a:p>
        </p:txBody>
      </p:sp>
      <p:sp>
        <p:nvSpPr>
          <p:cNvPr id="148" name="PlaceHolder 4"/>
          <p:cNvSpPr>
            <a:spLocks noGrp="1"/>
          </p:cNvSpPr>
          <p:nvPr>
            <p:ph type="dt" idx="4"/>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149" name="PlaceHolder 5"/>
          <p:cNvSpPr>
            <a:spLocks noGrp="1"/>
          </p:cNvSpPr>
          <p:nvPr>
            <p:ph type="ftr" idx="5"/>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50" name="PlaceHolder 6"/>
          <p:cNvSpPr>
            <a:spLocks noGrp="1"/>
          </p:cNvSpPr>
          <p:nvPr>
            <p:ph type="sldNum" idx="6"/>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7B5D6ACF-7DD0-499F-8AF8-F0421D1D2B38}"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51"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152" name="Group 7"/>
          <p:cNvGrpSpPr/>
          <p:nvPr/>
        </p:nvGrpSpPr>
        <p:grpSpPr>
          <a:xfrm>
            <a:off x="-14400" y="0"/>
            <a:ext cx="12053520" cy="6857640"/>
            <a:chOff x="-14400" y="0"/>
            <a:chExt cx="12053520" cy="6857640"/>
          </a:xfrm>
        </p:grpSpPr>
        <p:grpSp>
          <p:nvGrpSpPr>
            <p:cNvPr id="153" name="Group 8"/>
            <p:cNvGrpSpPr/>
            <p:nvPr/>
          </p:nvGrpSpPr>
          <p:grpSpPr>
            <a:xfrm>
              <a:off x="-14400" y="0"/>
              <a:ext cx="1220760" cy="6857640"/>
              <a:chOff x="-14400" y="0"/>
              <a:chExt cx="1220760" cy="6857640"/>
            </a:xfrm>
          </p:grpSpPr>
          <p:sp>
            <p:nvSpPr>
              <p:cNvPr id="154"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55"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56"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57"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58"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59"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0"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1"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2"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3"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4"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5"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166"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7"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8"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69"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0"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1"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2"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3"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4"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5"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6"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7"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8"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79"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0"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181" name="Group 9"/>
            <p:cNvGrpSpPr/>
            <p:nvPr/>
          </p:nvGrpSpPr>
          <p:grpSpPr>
            <a:xfrm>
              <a:off x="11364840" y="0"/>
              <a:ext cx="674280" cy="6848280"/>
              <a:chOff x="11364840" y="0"/>
              <a:chExt cx="674280" cy="6848280"/>
            </a:xfrm>
          </p:grpSpPr>
          <p:sp>
            <p:nvSpPr>
              <p:cNvPr id="182"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3"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4"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5"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6"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7"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8"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89"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90"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191"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192" name="PlaceHolder 1"/>
          <p:cNvSpPr>
            <a:spLocks noGrp="1"/>
          </p:cNvSpPr>
          <p:nvPr>
            <p:ph type="title"/>
          </p:nvPr>
        </p:nvSpPr>
        <p:spPr>
          <a:xfrm>
            <a:off x="1141560" y="609480"/>
            <a:ext cx="9905760" cy="3428640"/>
          </a:xfrm>
          <a:prstGeom prst="rect">
            <a:avLst/>
          </a:prstGeom>
          <a:noFill/>
          <a:ln w="0">
            <a:noFill/>
          </a:ln>
        </p:spPr>
        <p:txBody>
          <a:bodyPr lIns="91440" rIns="91440" tIns="45720" bIns="45720" anchor="ctr">
            <a:normAutofit/>
          </a:bodyPr>
          <a:p>
            <a:pPr indent="0" defTabSz="914400">
              <a:lnSpc>
                <a:spcPct val="90000"/>
              </a:lnSpc>
              <a:buNone/>
            </a:pPr>
            <a:r>
              <a:rPr b="0" lang="en-US" sz="3600" spc="-1" strike="noStrike" cap="all">
                <a:solidFill>
                  <a:schemeClr val="dk1"/>
                </a:solidFill>
                <a:latin typeface="Tw Cen MT"/>
              </a:rPr>
              <a:t>Click </a:t>
            </a:r>
            <a:r>
              <a:rPr b="0" lang="en-US" sz="3600" spc="-1" strike="noStrike" cap="all">
                <a:solidFill>
                  <a:schemeClr val="dk1"/>
                </a:solidFill>
                <a:latin typeface="Tw Cen MT"/>
              </a:rPr>
              <a:t>to edit </a:t>
            </a:r>
            <a:r>
              <a:rPr b="0" lang="en-US" sz="3600" spc="-1" strike="noStrike" cap="all">
                <a:solidFill>
                  <a:schemeClr val="dk1"/>
                </a:solidFill>
                <a:latin typeface="Tw Cen MT"/>
              </a:rPr>
              <a:t>Maste</a:t>
            </a:r>
            <a:r>
              <a:rPr b="0" lang="en-US" sz="3600" spc="-1" strike="noStrike" cap="all">
                <a:solidFill>
                  <a:schemeClr val="dk1"/>
                </a:solidFill>
                <a:latin typeface="Tw Cen MT"/>
              </a:rPr>
              <a:t>r title </a:t>
            </a:r>
            <a:r>
              <a:rPr b="0" lang="en-US" sz="3600" spc="-1" strike="noStrike" cap="all">
                <a:solidFill>
                  <a:schemeClr val="dk1"/>
                </a:solidFill>
                <a:latin typeface="Tw Cen MT"/>
              </a:rPr>
              <a:t>style</a:t>
            </a:r>
            <a:endParaRPr b="0" lang="en-US" sz="3600" spc="-1" strike="noStrike">
              <a:solidFill>
                <a:schemeClr val="dk1"/>
              </a:solidFill>
              <a:latin typeface="Tw Cen MT"/>
            </a:endParaRPr>
          </a:p>
        </p:txBody>
      </p:sp>
      <p:sp>
        <p:nvSpPr>
          <p:cNvPr id="193" name="PlaceHolder 2"/>
          <p:cNvSpPr>
            <a:spLocks noGrp="1"/>
          </p:cNvSpPr>
          <p:nvPr>
            <p:ph type="body"/>
          </p:nvPr>
        </p:nvSpPr>
        <p:spPr>
          <a:xfrm>
            <a:off x="1141560" y="4419720"/>
            <a:ext cx="9903960" cy="1371240"/>
          </a:xfrm>
          <a:prstGeom prst="rect">
            <a:avLst/>
          </a:prstGeom>
          <a:noFill/>
          <a:ln w="0">
            <a:noFill/>
          </a:ln>
        </p:spPr>
        <p:txBody>
          <a:bodyPr lIns="91440" rIns="91440" tIns="45720" bIns="45720" anchor="ctr">
            <a:normAutofit/>
          </a:bodyPr>
          <a:p>
            <a:pPr indent="0" defTabSz="914400">
              <a:lnSpc>
                <a:spcPct val="120000"/>
              </a:lnSpc>
              <a:spcBef>
                <a:spcPts val="1001"/>
              </a:spcBef>
              <a:buNone/>
              <a:tabLst>
                <a:tab algn="l" pos="0"/>
              </a:tabLst>
            </a:pPr>
            <a:r>
              <a:rPr b="0" lang="en-US" sz="1800" spc="-1" strike="noStrike">
                <a:solidFill>
                  <a:schemeClr val="dk1"/>
                </a:solidFill>
                <a:latin typeface="Tw Cen MT"/>
              </a:rPr>
              <a:t>Click to edit Master text styles</a:t>
            </a:r>
            <a:endParaRPr b="0" lang="en-US" sz="1800" spc="-1" strike="noStrike">
              <a:solidFill>
                <a:schemeClr val="dk1"/>
              </a:solidFill>
              <a:latin typeface="Tw Cen MT"/>
            </a:endParaRPr>
          </a:p>
        </p:txBody>
      </p:sp>
      <p:sp>
        <p:nvSpPr>
          <p:cNvPr id="194" name="PlaceHolder 3"/>
          <p:cNvSpPr>
            <a:spLocks noGrp="1"/>
          </p:cNvSpPr>
          <p:nvPr>
            <p:ph type="dt" idx="7"/>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195" name="PlaceHolder 4"/>
          <p:cNvSpPr>
            <a:spLocks noGrp="1"/>
          </p:cNvSpPr>
          <p:nvPr>
            <p:ph type="ftr" idx="8"/>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96" name="PlaceHolder 5"/>
          <p:cNvSpPr>
            <a:spLocks noGrp="1"/>
          </p:cNvSpPr>
          <p:nvPr>
            <p:ph type="sldNum" idx="9"/>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437FC426-064C-4BA7-BB89-2CDD04670B7A}"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97"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198" name="Group 7"/>
          <p:cNvGrpSpPr/>
          <p:nvPr/>
        </p:nvGrpSpPr>
        <p:grpSpPr>
          <a:xfrm>
            <a:off x="-14400" y="0"/>
            <a:ext cx="12053520" cy="6857640"/>
            <a:chOff x="-14400" y="0"/>
            <a:chExt cx="12053520" cy="6857640"/>
          </a:xfrm>
        </p:grpSpPr>
        <p:grpSp>
          <p:nvGrpSpPr>
            <p:cNvPr id="199" name="Group 8"/>
            <p:cNvGrpSpPr/>
            <p:nvPr/>
          </p:nvGrpSpPr>
          <p:grpSpPr>
            <a:xfrm>
              <a:off x="-14400" y="0"/>
              <a:ext cx="1220760" cy="6857640"/>
              <a:chOff x="-14400" y="0"/>
              <a:chExt cx="1220760" cy="6857640"/>
            </a:xfrm>
          </p:grpSpPr>
          <p:sp>
            <p:nvSpPr>
              <p:cNvPr id="200"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1"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2"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3"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4"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5"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6"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7"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8"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09"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0"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1"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212"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3"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4"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5"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6"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7"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8"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19"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0"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1"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2"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3"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4"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5"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6"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227" name="Group 9"/>
            <p:cNvGrpSpPr/>
            <p:nvPr/>
          </p:nvGrpSpPr>
          <p:grpSpPr>
            <a:xfrm>
              <a:off x="11364840" y="0"/>
              <a:ext cx="674280" cy="6848280"/>
              <a:chOff x="11364840" y="0"/>
              <a:chExt cx="674280" cy="6848280"/>
            </a:xfrm>
          </p:grpSpPr>
          <p:sp>
            <p:nvSpPr>
              <p:cNvPr id="228"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29"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0"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1"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2"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3"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4"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5"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6"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37"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238" name="PlaceHolder 1"/>
          <p:cNvSpPr>
            <a:spLocks noGrp="1"/>
          </p:cNvSpPr>
          <p:nvPr>
            <p:ph type="title"/>
          </p:nvPr>
        </p:nvSpPr>
        <p:spPr>
          <a:xfrm>
            <a:off x="1446120" y="609480"/>
            <a:ext cx="9302400" cy="2748240"/>
          </a:xfrm>
          <a:prstGeom prst="rect">
            <a:avLst/>
          </a:prstGeom>
          <a:noFill/>
          <a:ln w="0">
            <a:noFill/>
          </a:ln>
        </p:spPr>
        <p:txBody>
          <a:bodyPr lIns="91440" rIns="91440" tIns="45720" bIns="45720" anchor="ctr">
            <a:normAutofit/>
          </a:bodyPr>
          <a:p>
            <a:pPr indent="0" defTabSz="914400">
              <a:lnSpc>
                <a:spcPct val="90000"/>
              </a:lnSpc>
              <a:buNone/>
            </a:pPr>
            <a:r>
              <a:rPr b="0" lang="en-US" sz="3600" spc="-1" strike="noStrike" cap="all">
                <a:solidFill>
                  <a:schemeClr val="dk1"/>
                </a:solidFill>
                <a:latin typeface="Tw Cen MT"/>
              </a:rPr>
              <a:t>Click to </a:t>
            </a:r>
            <a:r>
              <a:rPr b="0" lang="en-US" sz="3600" spc="-1" strike="noStrike" cap="all">
                <a:solidFill>
                  <a:schemeClr val="dk1"/>
                </a:solidFill>
                <a:latin typeface="Tw Cen MT"/>
              </a:rPr>
              <a:t>edit </a:t>
            </a:r>
            <a:r>
              <a:rPr b="0" lang="en-US" sz="3600" spc="-1" strike="noStrike" cap="all">
                <a:solidFill>
                  <a:schemeClr val="dk1"/>
                </a:solidFill>
                <a:latin typeface="Tw Cen MT"/>
              </a:rPr>
              <a:t>Master </a:t>
            </a:r>
            <a:r>
              <a:rPr b="0" lang="en-US" sz="3600" spc="-1" strike="noStrike" cap="all">
                <a:solidFill>
                  <a:schemeClr val="dk1"/>
                </a:solidFill>
                <a:latin typeface="Tw Cen MT"/>
              </a:rPr>
              <a:t>title </a:t>
            </a:r>
            <a:r>
              <a:rPr b="0" lang="en-US" sz="3600" spc="-1" strike="noStrike" cap="all">
                <a:solidFill>
                  <a:schemeClr val="dk1"/>
                </a:solidFill>
                <a:latin typeface="Tw Cen MT"/>
              </a:rPr>
              <a:t>style</a:t>
            </a:r>
            <a:endParaRPr b="0" lang="en-US" sz="3600" spc="-1" strike="noStrike">
              <a:solidFill>
                <a:schemeClr val="dk1"/>
              </a:solidFill>
              <a:latin typeface="Tw Cen MT"/>
            </a:endParaRPr>
          </a:p>
        </p:txBody>
      </p:sp>
      <p:sp>
        <p:nvSpPr>
          <p:cNvPr id="239" name="PlaceHolder 2"/>
          <p:cNvSpPr>
            <a:spLocks noGrp="1"/>
          </p:cNvSpPr>
          <p:nvPr>
            <p:ph type="body"/>
          </p:nvPr>
        </p:nvSpPr>
        <p:spPr>
          <a:xfrm>
            <a:off x="1720800" y="3365640"/>
            <a:ext cx="8751960" cy="54864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240" name="PlaceHolder 3"/>
          <p:cNvSpPr>
            <a:spLocks noGrp="1"/>
          </p:cNvSpPr>
          <p:nvPr>
            <p:ph type="body"/>
          </p:nvPr>
        </p:nvSpPr>
        <p:spPr>
          <a:xfrm>
            <a:off x="1141560" y="4309920"/>
            <a:ext cx="9905760" cy="1488960"/>
          </a:xfrm>
          <a:prstGeom prst="rect">
            <a:avLst/>
          </a:prstGeom>
          <a:noFill/>
          <a:ln w="0">
            <a:noFill/>
          </a:ln>
        </p:spPr>
        <p:txBody>
          <a:bodyPr lIns="91440" rIns="91440" tIns="45720" bIns="45720" anchor="ctr">
            <a:normAutofit/>
          </a:bodyPr>
          <a:p>
            <a:pPr indent="0" defTabSz="914400">
              <a:lnSpc>
                <a:spcPct val="120000"/>
              </a:lnSpc>
              <a:spcBef>
                <a:spcPts val="1001"/>
              </a:spcBef>
              <a:buNone/>
              <a:tabLst>
                <a:tab algn="l" pos="0"/>
              </a:tabLst>
            </a:pPr>
            <a:r>
              <a:rPr b="0" lang="en-US" sz="1800" spc="-1" strike="noStrike">
                <a:solidFill>
                  <a:schemeClr val="dk1"/>
                </a:solidFill>
                <a:latin typeface="Tw Cen MT"/>
              </a:rPr>
              <a:t>Click to edit Master text styles</a:t>
            </a:r>
            <a:endParaRPr b="0" lang="en-US" sz="1800" spc="-1" strike="noStrike">
              <a:solidFill>
                <a:schemeClr val="dk1"/>
              </a:solidFill>
              <a:latin typeface="Tw Cen MT"/>
            </a:endParaRPr>
          </a:p>
        </p:txBody>
      </p:sp>
      <p:sp>
        <p:nvSpPr>
          <p:cNvPr id="241" name="PlaceHolder 4"/>
          <p:cNvSpPr>
            <a:spLocks noGrp="1"/>
          </p:cNvSpPr>
          <p:nvPr>
            <p:ph type="dt" idx="10"/>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242" name="PlaceHolder 5"/>
          <p:cNvSpPr>
            <a:spLocks noGrp="1"/>
          </p:cNvSpPr>
          <p:nvPr>
            <p:ph type="ftr" idx="11"/>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43" name="PlaceHolder 6"/>
          <p:cNvSpPr>
            <a:spLocks noGrp="1"/>
          </p:cNvSpPr>
          <p:nvPr>
            <p:ph type="sldNum" idx="12"/>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AF8042CA-0124-41AF-80E4-01260EA67702}"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
        <p:nvSpPr>
          <p:cNvPr id="244" name="TextBox 59"/>
          <p:cNvSpPr/>
          <p:nvPr/>
        </p:nvSpPr>
        <p:spPr>
          <a:xfrm>
            <a:off x="903600" y="73224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pc="-1" strike="noStrike" cap="all">
                <a:solidFill>
                  <a:schemeClr val="dk1"/>
                </a:solidFill>
                <a:latin typeface="Tw Cen MT"/>
              </a:rPr>
              <a:t>“</a:t>
            </a:r>
            <a:endParaRPr b="0" lang="en-US" sz="8000" spc="-1" strike="noStrike">
              <a:solidFill>
                <a:srgbClr val="ffffff"/>
              </a:solidFill>
              <a:latin typeface="Arial"/>
            </a:endParaRPr>
          </a:p>
        </p:txBody>
      </p:sp>
      <p:sp>
        <p:nvSpPr>
          <p:cNvPr id="245" name="TextBox 60"/>
          <p:cNvSpPr/>
          <p:nvPr/>
        </p:nvSpPr>
        <p:spPr>
          <a:xfrm>
            <a:off x="10537200" y="276480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pc="-1" strike="noStrike" cap="all">
                <a:solidFill>
                  <a:schemeClr val="dk1"/>
                </a:solidFill>
                <a:latin typeface="Tw Cen MT"/>
              </a:rPr>
              <a:t>”</a:t>
            </a:r>
            <a:endParaRPr b="0" lang="en-US" sz="8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46"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247" name="Group 7"/>
          <p:cNvGrpSpPr/>
          <p:nvPr/>
        </p:nvGrpSpPr>
        <p:grpSpPr>
          <a:xfrm>
            <a:off x="-14400" y="0"/>
            <a:ext cx="12053520" cy="6857640"/>
            <a:chOff x="-14400" y="0"/>
            <a:chExt cx="12053520" cy="6857640"/>
          </a:xfrm>
        </p:grpSpPr>
        <p:grpSp>
          <p:nvGrpSpPr>
            <p:cNvPr id="248" name="Group 8"/>
            <p:cNvGrpSpPr/>
            <p:nvPr/>
          </p:nvGrpSpPr>
          <p:grpSpPr>
            <a:xfrm>
              <a:off x="-14400" y="0"/>
              <a:ext cx="1220760" cy="6857640"/>
              <a:chOff x="-14400" y="0"/>
              <a:chExt cx="1220760" cy="6857640"/>
            </a:xfrm>
          </p:grpSpPr>
          <p:sp>
            <p:nvSpPr>
              <p:cNvPr id="249"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0"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1"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2"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3"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4"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5"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6"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7"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8"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59"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0"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261"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2"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3"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4"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5"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6"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7"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8"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69"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0"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1"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2"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3"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4"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5"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276" name="Group 9"/>
            <p:cNvGrpSpPr/>
            <p:nvPr/>
          </p:nvGrpSpPr>
          <p:grpSpPr>
            <a:xfrm>
              <a:off x="11364840" y="0"/>
              <a:ext cx="674280" cy="6848280"/>
              <a:chOff x="11364840" y="0"/>
              <a:chExt cx="674280" cy="6848280"/>
            </a:xfrm>
          </p:grpSpPr>
          <p:sp>
            <p:nvSpPr>
              <p:cNvPr id="277"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8"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79"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0"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1"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2"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3"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4"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5"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86"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287" name="PlaceHolder 1"/>
          <p:cNvSpPr>
            <a:spLocks noGrp="1"/>
          </p:cNvSpPr>
          <p:nvPr>
            <p:ph type="title"/>
          </p:nvPr>
        </p:nvSpPr>
        <p:spPr>
          <a:xfrm>
            <a:off x="1141560" y="2134080"/>
            <a:ext cx="9905760" cy="2511360"/>
          </a:xfrm>
          <a:prstGeom prst="rect">
            <a:avLst/>
          </a:prstGeom>
          <a:noFill/>
          <a:ln w="0">
            <a:noFill/>
          </a:ln>
        </p:spPr>
        <p:txBody>
          <a:bodyPr lIns="91440" rIns="91440" tIns="45720" bIns="45720" anchor="b">
            <a:normAutofit/>
          </a:bodyPr>
          <a:p>
            <a:pPr indent="0" defTabSz="914400">
              <a:lnSpc>
                <a:spcPct val="90000"/>
              </a:lnSpc>
              <a:buNone/>
            </a:pPr>
            <a:r>
              <a:rPr b="0" lang="en-US" sz="3600" spc="-1" strike="noStrike" cap="all">
                <a:solidFill>
                  <a:schemeClr val="dk1"/>
                </a:solidFill>
                <a:latin typeface="Tw Cen MT"/>
              </a:rPr>
              <a:t>Click to </a:t>
            </a:r>
            <a:r>
              <a:rPr b="0" lang="en-US" sz="3600" spc="-1" strike="noStrike" cap="all">
                <a:solidFill>
                  <a:schemeClr val="dk1"/>
                </a:solidFill>
                <a:latin typeface="Tw Cen MT"/>
              </a:rPr>
              <a:t>edit </a:t>
            </a:r>
            <a:r>
              <a:rPr b="0" lang="en-US" sz="3600" spc="-1" strike="noStrike" cap="all">
                <a:solidFill>
                  <a:schemeClr val="dk1"/>
                </a:solidFill>
                <a:latin typeface="Tw Cen MT"/>
              </a:rPr>
              <a:t>Master </a:t>
            </a:r>
            <a:r>
              <a:rPr b="0" lang="en-US" sz="3600" spc="-1" strike="noStrike" cap="all">
                <a:solidFill>
                  <a:schemeClr val="dk1"/>
                </a:solidFill>
                <a:latin typeface="Tw Cen MT"/>
              </a:rPr>
              <a:t>title </a:t>
            </a:r>
            <a:r>
              <a:rPr b="0" lang="en-US" sz="3600" spc="-1" strike="noStrike" cap="all">
                <a:solidFill>
                  <a:schemeClr val="dk1"/>
                </a:solidFill>
                <a:latin typeface="Tw Cen MT"/>
              </a:rPr>
              <a:t>style</a:t>
            </a:r>
            <a:endParaRPr b="0" lang="en-US" sz="3600" spc="-1" strike="noStrike">
              <a:solidFill>
                <a:schemeClr val="dk1"/>
              </a:solidFill>
              <a:latin typeface="Tw Cen MT"/>
            </a:endParaRPr>
          </a:p>
        </p:txBody>
      </p:sp>
      <p:sp>
        <p:nvSpPr>
          <p:cNvPr id="288" name="PlaceHolder 2"/>
          <p:cNvSpPr>
            <a:spLocks noGrp="1"/>
          </p:cNvSpPr>
          <p:nvPr>
            <p:ph type="body"/>
          </p:nvPr>
        </p:nvSpPr>
        <p:spPr>
          <a:xfrm>
            <a:off x="1141200" y="4657680"/>
            <a:ext cx="9904320" cy="11401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800" spc="-1" strike="noStrike">
                <a:solidFill>
                  <a:schemeClr val="dk1"/>
                </a:solidFill>
                <a:latin typeface="Tw Cen MT"/>
              </a:rPr>
              <a:t>Click to edit Master text styles</a:t>
            </a:r>
            <a:endParaRPr b="0" lang="en-US" sz="1800" spc="-1" strike="noStrike">
              <a:solidFill>
                <a:schemeClr val="dk1"/>
              </a:solidFill>
              <a:latin typeface="Tw Cen MT"/>
            </a:endParaRPr>
          </a:p>
        </p:txBody>
      </p:sp>
      <p:sp>
        <p:nvSpPr>
          <p:cNvPr id="289" name="PlaceHolder 3"/>
          <p:cNvSpPr>
            <a:spLocks noGrp="1"/>
          </p:cNvSpPr>
          <p:nvPr>
            <p:ph type="dt" idx="13"/>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290" name="PlaceHolder 4"/>
          <p:cNvSpPr>
            <a:spLocks noGrp="1"/>
          </p:cNvSpPr>
          <p:nvPr>
            <p:ph type="ftr" idx="14"/>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91" name="PlaceHolder 5"/>
          <p:cNvSpPr>
            <a:spLocks noGrp="1"/>
          </p:cNvSpPr>
          <p:nvPr>
            <p:ph type="sldNum" idx="15"/>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D899CD81-A697-4E29-9FD0-92874C476500}"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92"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293" name="Group 7"/>
          <p:cNvGrpSpPr/>
          <p:nvPr/>
        </p:nvGrpSpPr>
        <p:grpSpPr>
          <a:xfrm>
            <a:off x="-14400" y="0"/>
            <a:ext cx="12053520" cy="6857640"/>
            <a:chOff x="-14400" y="0"/>
            <a:chExt cx="12053520" cy="6857640"/>
          </a:xfrm>
        </p:grpSpPr>
        <p:grpSp>
          <p:nvGrpSpPr>
            <p:cNvPr id="294" name="Group 8"/>
            <p:cNvGrpSpPr/>
            <p:nvPr/>
          </p:nvGrpSpPr>
          <p:grpSpPr>
            <a:xfrm>
              <a:off x="-14400" y="0"/>
              <a:ext cx="1220760" cy="6857640"/>
              <a:chOff x="-14400" y="0"/>
              <a:chExt cx="1220760" cy="6857640"/>
            </a:xfrm>
          </p:grpSpPr>
          <p:sp>
            <p:nvSpPr>
              <p:cNvPr id="295"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96"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97"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98"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299"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0"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1"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2"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3"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4"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5"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6"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307"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8"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09"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0"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1"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2"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3"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4"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5"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6"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7"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8"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19"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0"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1"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322" name="Group 9"/>
            <p:cNvGrpSpPr/>
            <p:nvPr/>
          </p:nvGrpSpPr>
          <p:grpSpPr>
            <a:xfrm>
              <a:off x="11364840" y="0"/>
              <a:ext cx="674280" cy="6848280"/>
              <a:chOff x="11364840" y="0"/>
              <a:chExt cx="674280" cy="6848280"/>
            </a:xfrm>
          </p:grpSpPr>
          <p:sp>
            <p:nvSpPr>
              <p:cNvPr id="323"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4"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5"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6"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7"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8"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29"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30"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31"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32"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333" name="PlaceHolder 1"/>
          <p:cNvSpPr>
            <a:spLocks noGrp="1"/>
          </p:cNvSpPr>
          <p:nvPr>
            <p:ph type="title"/>
          </p:nvPr>
        </p:nvSpPr>
        <p:spPr>
          <a:xfrm>
            <a:off x="1141560" y="609480"/>
            <a:ext cx="9905760" cy="19047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a:t>
            </a:r>
            <a:r>
              <a:rPr b="0" lang="en-US" sz="3600" spc="-1" strike="noStrike" cap="all">
                <a:solidFill>
                  <a:schemeClr val="dk1"/>
                </a:solidFill>
                <a:latin typeface="Tw Cen MT"/>
              </a:rPr>
              <a:t>edit </a:t>
            </a:r>
            <a:r>
              <a:rPr b="0" lang="en-US" sz="3600" spc="-1" strike="noStrike" cap="all">
                <a:solidFill>
                  <a:schemeClr val="dk1"/>
                </a:solidFill>
                <a:latin typeface="Tw Cen MT"/>
              </a:rPr>
              <a:t>Master </a:t>
            </a:r>
            <a:r>
              <a:rPr b="0" lang="en-US" sz="3600" spc="-1" strike="noStrike" cap="all">
                <a:solidFill>
                  <a:schemeClr val="dk1"/>
                </a:solidFill>
                <a:latin typeface="Tw Cen MT"/>
              </a:rPr>
              <a:t>title style</a:t>
            </a:r>
            <a:endParaRPr b="0" lang="en-US" sz="3600" spc="-1" strike="noStrike">
              <a:solidFill>
                <a:schemeClr val="dk1"/>
              </a:solidFill>
              <a:latin typeface="Tw Cen MT"/>
            </a:endParaRPr>
          </a:p>
        </p:txBody>
      </p:sp>
      <p:sp>
        <p:nvSpPr>
          <p:cNvPr id="334" name="PlaceHolder 2"/>
          <p:cNvSpPr>
            <a:spLocks noGrp="1"/>
          </p:cNvSpPr>
          <p:nvPr>
            <p:ph type="body"/>
          </p:nvPr>
        </p:nvSpPr>
        <p:spPr>
          <a:xfrm>
            <a:off x="1141560" y="2674440"/>
            <a:ext cx="319644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cap="all">
                <a:solidFill>
                  <a:schemeClr val="dk1"/>
                </a:solidFill>
                <a:latin typeface="Tw Cen MT"/>
              </a:rPr>
              <a:t>Click to edit Master text styles</a:t>
            </a:r>
            <a:endParaRPr b="0" lang="en-US" sz="2400" spc="-1" strike="noStrike">
              <a:solidFill>
                <a:schemeClr val="dk1"/>
              </a:solidFill>
              <a:latin typeface="Tw Cen MT"/>
            </a:endParaRPr>
          </a:p>
        </p:txBody>
      </p:sp>
      <p:sp>
        <p:nvSpPr>
          <p:cNvPr id="335" name="PlaceHolder 3"/>
          <p:cNvSpPr>
            <a:spLocks noGrp="1"/>
          </p:cNvSpPr>
          <p:nvPr>
            <p:ph type="body"/>
          </p:nvPr>
        </p:nvSpPr>
        <p:spPr>
          <a:xfrm>
            <a:off x="1127880" y="3360240"/>
            <a:ext cx="320832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36" name="PlaceHolder 4"/>
          <p:cNvSpPr>
            <a:spLocks noGrp="1"/>
          </p:cNvSpPr>
          <p:nvPr>
            <p:ph type="body"/>
          </p:nvPr>
        </p:nvSpPr>
        <p:spPr>
          <a:xfrm>
            <a:off x="4514760" y="2677680"/>
            <a:ext cx="318420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cap="all">
                <a:solidFill>
                  <a:schemeClr val="dk1"/>
                </a:solidFill>
                <a:latin typeface="Tw Cen MT"/>
              </a:rPr>
              <a:t>Click to edit Master text styles</a:t>
            </a:r>
            <a:endParaRPr b="0" lang="en-US" sz="2400" spc="-1" strike="noStrike">
              <a:solidFill>
                <a:schemeClr val="dk1"/>
              </a:solidFill>
              <a:latin typeface="Tw Cen MT"/>
            </a:endParaRPr>
          </a:p>
        </p:txBody>
      </p:sp>
      <p:sp>
        <p:nvSpPr>
          <p:cNvPr id="337" name="PlaceHolder 5"/>
          <p:cNvSpPr>
            <a:spLocks noGrp="1"/>
          </p:cNvSpPr>
          <p:nvPr>
            <p:ph type="body"/>
          </p:nvPr>
        </p:nvSpPr>
        <p:spPr>
          <a:xfrm>
            <a:off x="4504320" y="3363480"/>
            <a:ext cx="319536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38" name="PlaceHolder 6"/>
          <p:cNvSpPr>
            <a:spLocks noGrp="1"/>
          </p:cNvSpPr>
          <p:nvPr>
            <p:ph type="body"/>
          </p:nvPr>
        </p:nvSpPr>
        <p:spPr>
          <a:xfrm>
            <a:off x="7852320" y="2674440"/>
            <a:ext cx="3194640" cy="68544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cap="all">
                <a:solidFill>
                  <a:schemeClr val="dk1"/>
                </a:solidFill>
                <a:latin typeface="Tw Cen MT"/>
              </a:rPr>
              <a:t>Click to edit Master text styles</a:t>
            </a:r>
            <a:endParaRPr b="0" lang="en-US" sz="2400" spc="-1" strike="noStrike">
              <a:solidFill>
                <a:schemeClr val="dk1"/>
              </a:solidFill>
              <a:latin typeface="Tw Cen MT"/>
            </a:endParaRPr>
          </a:p>
        </p:txBody>
      </p:sp>
      <p:sp>
        <p:nvSpPr>
          <p:cNvPr id="339" name="PlaceHolder 7"/>
          <p:cNvSpPr>
            <a:spLocks noGrp="1"/>
          </p:cNvSpPr>
          <p:nvPr>
            <p:ph type="body"/>
          </p:nvPr>
        </p:nvSpPr>
        <p:spPr>
          <a:xfrm>
            <a:off x="7852320" y="3360240"/>
            <a:ext cx="3194640" cy="24307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40" name="PlaceHolder 8"/>
          <p:cNvSpPr>
            <a:spLocks noGrp="1"/>
          </p:cNvSpPr>
          <p:nvPr>
            <p:ph type="dt" idx="16"/>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341" name="PlaceHolder 9"/>
          <p:cNvSpPr>
            <a:spLocks noGrp="1"/>
          </p:cNvSpPr>
          <p:nvPr>
            <p:ph type="ftr" idx="17"/>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42" name="PlaceHolder 10"/>
          <p:cNvSpPr>
            <a:spLocks noGrp="1"/>
          </p:cNvSpPr>
          <p:nvPr>
            <p:ph type="sldNum" idx="18"/>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485D8603-AC48-493C-8A5E-0612C24BBDD5}"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343"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344" name="Group 7"/>
          <p:cNvGrpSpPr/>
          <p:nvPr/>
        </p:nvGrpSpPr>
        <p:grpSpPr>
          <a:xfrm>
            <a:off x="-14400" y="0"/>
            <a:ext cx="12053520" cy="6857640"/>
            <a:chOff x="-14400" y="0"/>
            <a:chExt cx="12053520" cy="6857640"/>
          </a:xfrm>
        </p:grpSpPr>
        <p:grpSp>
          <p:nvGrpSpPr>
            <p:cNvPr id="345" name="Group 8"/>
            <p:cNvGrpSpPr/>
            <p:nvPr/>
          </p:nvGrpSpPr>
          <p:grpSpPr>
            <a:xfrm>
              <a:off x="-14400" y="0"/>
              <a:ext cx="1220760" cy="6857640"/>
              <a:chOff x="-14400" y="0"/>
              <a:chExt cx="1220760" cy="6857640"/>
            </a:xfrm>
          </p:grpSpPr>
          <p:sp>
            <p:nvSpPr>
              <p:cNvPr id="346"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4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4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4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35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5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2"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6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373" name="Group 9"/>
            <p:cNvGrpSpPr/>
            <p:nvPr/>
          </p:nvGrpSpPr>
          <p:grpSpPr>
            <a:xfrm>
              <a:off x="11364840" y="0"/>
              <a:ext cx="674280" cy="6848280"/>
              <a:chOff x="11364840" y="0"/>
              <a:chExt cx="674280" cy="6848280"/>
            </a:xfrm>
          </p:grpSpPr>
          <p:sp>
            <p:nvSpPr>
              <p:cNvPr id="37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7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8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8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8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383"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384" name="PlaceHolder 1"/>
          <p:cNvSpPr>
            <a:spLocks noGrp="1"/>
          </p:cNvSpPr>
          <p:nvPr>
            <p:ph type="title"/>
          </p:nvPr>
        </p:nvSpPr>
        <p:spPr>
          <a:xfrm>
            <a:off x="1141560" y="609480"/>
            <a:ext cx="9905760" cy="19047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a:t>
            </a:r>
            <a:r>
              <a:rPr b="0" lang="en-US" sz="3600" spc="-1" strike="noStrike" cap="all">
                <a:solidFill>
                  <a:schemeClr val="dk1"/>
                </a:solidFill>
                <a:latin typeface="Tw Cen MT"/>
              </a:rPr>
              <a:t>edit </a:t>
            </a:r>
            <a:r>
              <a:rPr b="0" lang="en-US" sz="3600" spc="-1" strike="noStrike" cap="all">
                <a:solidFill>
                  <a:schemeClr val="dk1"/>
                </a:solidFill>
                <a:latin typeface="Tw Cen MT"/>
              </a:rPr>
              <a:t>Master </a:t>
            </a:r>
            <a:r>
              <a:rPr b="0" lang="en-US" sz="3600" spc="-1" strike="noStrike" cap="all">
                <a:solidFill>
                  <a:schemeClr val="dk1"/>
                </a:solidFill>
                <a:latin typeface="Tw Cen MT"/>
              </a:rPr>
              <a:t>title style</a:t>
            </a:r>
            <a:endParaRPr b="0" lang="en-US" sz="3600" spc="-1" strike="noStrike">
              <a:solidFill>
                <a:schemeClr val="dk1"/>
              </a:solidFill>
              <a:latin typeface="Tw Cen MT"/>
            </a:endParaRPr>
          </a:p>
        </p:txBody>
      </p:sp>
      <p:sp>
        <p:nvSpPr>
          <p:cNvPr id="385" name="PlaceHolder 2"/>
          <p:cNvSpPr>
            <a:spLocks noGrp="1"/>
          </p:cNvSpPr>
          <p:nvPr>
            <p:ph type="body"/>
          </p:nvPr>
        </p:nvSpPr>
        <p:spPr>
          <a:xfrm>
            <a:off x="1141560" y="4404600"/>
            <a:ext cx="319500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pc="-1" strike="noStrike" cap="all">
                <a:solidFill>
                  <a:schemeClr val="dk1"/>
                </a:solidFill>
                <a:latin typeface="Tw Cen MT"/>
              </a:rPr>
              <a:t>Click to edit Master text styles</a:t>
            </a:r>
            <a:endParaRPr b="0" lang="en-US" sz="2000" spc="-1" strike="noStrike">
              <a:solidFill>
                <a:schemeClr val="dk1"/>
              </a:solidFill>
              <a:latin typeface="Tw Cen MT"/>
            </a:endParaRPr>
          </a:p>
        </p:txBody>
      </p:sp>
      <p:sp>
        <p:nvSpPr>
          <p:cNvPr id="386" name="PlaceHolder 3"/>
          <p:cNvSpPr>
            <a:spLocks noGrp="1"/>
          </p:cNvSpPr>
          <p:nvPr>
            <p:ph type="body"/>
          </p:nvPr>
        </p:nvSpPr>
        <p:spPr>
          <a:xfrm>
            <a:off x="1141560" y="2666880"/>
            <a:ext cx="319500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pc="-1" strike="noStrike">
                <a:solidFill>
                  <a:schemeClr val="dk1"/>
                </a:solidFill>
                <a:latin typeface="Tw Cen MT"/>
              </a:rPr>
              <a:t>Click icon to add picture</a:t>
            </a:r>
            <a:endParaRPr b="0" lang="en-US" sz="2000" spc="-1" strike="noStrike">
              <a:solidFill>
                <a:schemeClr val="dk1"/>
              </a:solidFill>
              <a:latin typeface="Tw Cen MT"/>
            </a:endParaRPr>
          </a:p>
        </p:txBody>
      </p:sp>
      <p:sp>
        <p:nvSpPr>
          <p:cNvPr id="387" name="PlaceHolder 4"/>
          <p:cNvSpPr>
            <a:spLocks noGrp="1"/>
          </p:cNvSpPr>
          <p:nvPr>
            <p:ph type="body"/>
          </p:nvPr>
        </p:nvSpPr>
        <p:spPr>
          <a:xfrm>
            <a:off x="1141560" y="4980960"/>
            <a:ext cx="3195000" cy="81756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88" name="PlaceHolder 5"/>
          <p:cNvSpPr>
            <a:spLocks noGrp="1"/>
          </p:cNvSpPr>
          <p:nvPr>
            <p:ph type="body"/>
          </p:nvPr>
        </p:nvSpPr>
        <p:spPr>
          <a:xfrm>
            <a:off x="4489200" y="4404600"/>
            <a:ext cx="320004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pc="-1" strike="noStrike" cap="all">
                <a:solidFill>
                  <a:schemeClr val="dk1"/>
                </a:solidFill>
                <a:latin typeface="Tw Cen MT"/>
              </a:rPr>
              <a:t>Click to edit Master text styles</a:t>
            </a:r>
            <a:endParaRPr b="0" lang="en-US" sz="2000" spc="-1" strike="noStrike">
              <a:solidFill>
                <a:schemeClr val="dk1"/>
              </a:solidFill>
              <a:latin typeface="Tw Cen MT"/>
            </a:endParaRPr>
          </a:p>
        </p:txBody>
      </p:sp>
      <p:sp>
        <p:nvSpPr>
          <p:cNvPr id="389" name="PlaceHolder 6"/>
          <p:cNvSpPr>
            <a:spLocks noGrp="1"/>
          </p:cNvSpPr>
          <p:nvPr>
            <p:ph type="body"/>
          </p:nvPr>
        </p:nvSpPr>
        <p:spPr>
          <a:xfrm>
            <a:off x="4489200" y="2666880"/>
            <a:ext cx="319860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pc="-1" strike="noStrike">
                <a:solidFill>
                  <a:schemeClr val="dk1"/>
                </a:solidFill>
                <a:latin typeface="Tw Cen MT"/>
              </a:rPr>
              <a:t>Click icon to add picture</a:t>
            </a:r>
            <a:endParaRPr b="0" lang="en-US" sz="2000" spc="-1" strike="noStrike">
              <a:solidFill>
                <a:schemeClr val="dk1"/>
              </a:solidFill>
              <a:latin typeface="Tw Cen MT"/>
            </a:endParaRPr>
          </a:p>
        </p:txBody>
      </p:sp>
      <p:sp>
        <p:nvSpPr>
          <p:cNvPr id="390" name="PlaceHolder 7"/>
          <p:cNvSpPr>
            <a:spLocks noGrp="1"/>
          </p:cNvSpPr>
          <p:nvPr>
            <p:ph type="body"/>
          </p:nvPr>
        </p:nvSpPr>
        <p:spPr>
          <a:xfrm>
            <a:off x="4487760" y="4980960"/>
            <a:ext cx="3200040" cy="8100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91" name="PlaceHolder 8"/>
          <p:cNvSpPr>
            <a:spLocks noGrp="1"/>
          </p:cNvSpPr>
          <p:nvPr>
            <p:ph type="body"/>
          </p:nvPr>
        </p:nvSpPr>
        <p:spPr>
          <a:xfrm>
            <a:off x="7852680" y="4404600"/>
            <a:ext cx="319032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000" spc="-1" strike="noStrike" cap="all">
                <a:solidFill>
                  <a:schemeClr val="dk1"/>
                </a:solidFill>
                <a:latin typeface="Tw Cen MT"/>
              </a:rPr>
              <a:t>Click to edit Master text styles</a:t>
            </a:r>
            <a:endParaRPr b="0" lang="en-US" sz="2000" spc="-1" strike="noStrike">
              <a:solidFill>
                <a:schemeClr val="dk1"/>
              </a:solidFill>
              <a:latin typeface="Tw Cen MT"/>
            </a:endParaRPr>
          </a:p>
        </p:txBody>
      </p:sp>
      <p:sp>
        <p:nvSpPr>
          <p:cNvPr id="392" name="PlaceHolder 9"/>
          <p:cNvSpPr>
            <a:spLocks noGrp="1"/>
          </p:cNvSpPr>
          <p:nvPr>
            <p:ph type="body"/>
          </p:nvPr>
        </p:nvSpPr>
        <p:spPr>
          <a:xfrm>
            <a:off x="7852320" y="2666880"/>
            <a:ext cx="3194640" cy="15235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1440" rIns="91440" tIns="45720" bIns="45720" anchor="t">
            <a:normAutofit/>
          </a:bodyPr>
          <a:p>
            <a:pPr indent="0" defTabSz="457200">
              <a:lnSpc>
                <a:spcPct val="100000"/>
              </a:lnSpc>
              <a:buNone/>
              <a:tabLst>
                <a:tab algn="l" pos="0"/>
              </a:tabLst>
            </a:pPr>
            <a:r>
              <a:rPr b="0" lang="en-US" sz="2000" spc="-1" strike="noStrike">
                <a:solidFill>
                  <a:schemeClr val="dk1"/>
                </a:solidFill>
                <a:latin typeface="Tw Cen MT"/>
              </a:rPr>
              <a:t>Click icon to add picture</a:t>
            </a:r>
            <a:endParaRPr b="0" lang="en-US" sz="2000" spc="-1" strike="noStrike">
              <a:solidFill>
                <a:schemeClr val="dk1"/>
              </a:solidFill>
              <a:latin typeface="Tw Cen MT"/>
            </a:endParaRPr>
          </a:p>
        </p:txBody>
      </p:sp>
      <p:sp>
        <p:nvSpPr>
          <p:cNvPr id="393" name="PlaceHolder 10"/>
          <p:cNvSpPr>
            <a:spLocks noGrp="1"/>
          </p:cNvSpPr>
          <p:nvPr>
            <p:ph type="body"/>
          </p:nvPr>
        </p:nvSpPr>
        <p:spPr>
          <a:xfrm>
            <a:off x="7852320" y="4980960"/>
            <a:ext cx="3194640" cy="81000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400" spc="-1" strike="noStrike">
                <a:solidFill>
                  <a:schemeClr val="dk1"/>
                </a:solidFill>
                <a:latin typeface="Tw Cen MT"/>
              </a:rPr>
              <a:t>Click to edit Master text styles</a:t>
            </a:r>
            <a:endParaRPr b="0" lang="en-US" sz="1400" spc="-1" strike="noStrike">
              <a:solidFill>
                <a:schemeClr val="dk1"/>
              </a:solidFill>
              <a:latin typeface="Tw Cen MT"/>
            </a:endParaRPr>
          </a:p>
        </p:txBody>
      </p:sp>
      <p:sp>
        <p:nvSpPr>
          <p:cNvPr id="394" name="PlaceHolder 11"/>
          <p:cNvSpPr>
            <a:spLocks noGrp="1"/>
          </p:cNvSpPr>
          <p:nvPr>
            <p:ph type="dt" idx="19"/>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395" name="PlaceHolder 12"/>
          <p:cNvSpPr>
            <a:spLocks noGrp="1"/>
          </p:cNvSpPr>
          <p:nvPr>
            <p:ph type="ftr" idx="20"/>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96" name="PlaceHolder 13"/>
          <p:cNvSpPr>
            <a:spLocks noGrp="1"/>
          </p:cNvSpPr>
          <p:nvPr>
            <p:ph type="sldNum" idx="21"/>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F1CD3E0D-5CA8-4FDF-B24F-F8141EB6CDD9}"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397"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398" name="Group 7"/>
          <p:cNvGrpSpPr/>
          <p:nvPr/>
        </p:nvGrpSpPr>
        <p:grpSpPr>
          <a:xfrm>
            <a:off x="-14400" y="0"/>
            <a:ext cx="12053520" cy="6857640"/>
            <a:chOff x="-14400" y="0"/>
            <a:chExt cx="12053520" cy="6857640"/>
          </a:xfrm>
        </p:grpSpPr>
        <p:grpSp>
          <p:nvGrpSpPr>
            <p:cNvPr id="399" name="Group 8"/>
            <p:cNvGrpSpPr/>
            <p:nvPr/>
          </p:nvGrpSpPr>
          <p:grpSpPr>
            <a:xfrm>
              <a:off x="-14400" y="0"/>
              <a:ext cx="1220760" cy="6857640"/>
              <a:chOff x="-14400" y="0"/>
              <a:chExt cx="1220760" cy="6857640"/>
            </a:xfrm>
          </p:grpSpPr>
          <p:sp>
            <p:nvSpPr>
              <p:cNvPr id="400"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1"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2"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3"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4"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5"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6"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7"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8"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09"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0"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1"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412"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3"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4"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5"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6"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7"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8"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19"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0"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1"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2"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3"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4"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5"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6"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427" name="Group 9"/>
            <p:cNvGrpSpPr/>
            <p:nvPr/>
          </p:nvGrpSpPr>
          <p:grpSpPr>
            <a:xfrm>
              <a:off x="11364840" y="0"/>
              <a:ext cx="674280" cy="6848280"/>
              <a:chOff x="11364840" y="0"/>
              <a:chExt cx="674280" cy="6848280"/>
            </a:xfrm>
          </p:grpSpPr>
          <p:sp>
            <p:nvSpPr>
              <p:cNvPr id="428"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29"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0"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1"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2"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3"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4"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5"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6"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37"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438"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439" name="PlaceHolder 2"/>
          <p:cNvSpPr>
            <a:spLocks noGrp="1"/>
          </p:cNvSpPr>
          <p:nvPr>
            <p:ph type="body"/>
          </p:nvPr>
        </p:nvSpPr>
        <p:spPr>
          <a:xfrm>
            <a:off x="1141560" y="2249640"/>
            <a:ext cx="9905760" cy="354132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440" name="PlaceHolder 3"/>
          <p:cNvSpPr>
            <a:spLocks noGrp="1"/>
          </p:cNvSpPr>
          <p:nvPr>
            <p:ph type="dt" idx="22"/>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441" name="PlaceHolder 4"/>
          <p:cNvSpPr>
            <a:spLocks noGrp="1"/>
          </p:cNvSpPr>
          <p:nvPr>
            <p:ph type="ftr" idx="23"/>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442" name="PlaceHolder 5"/>
          <p:cNvSpPr>
            <a:spLocks noGrp="1"/>
          </p:cNvSpPr>
          <p:nvPr>
            <p:ph type="sldNum" idx="24"/>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76F9D9D3-90A7-4ABD-8360-F93BE8031EE6}"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443"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444" name="Group 7"/>
          <p:cNvGrpSpPr/>
          <p:nvPr/>
        </p:nvGrpSpPr>
        <p:grpSpPr>
          <a:xfrm>
            <a:off x="-14400" y="0"/>
            <a:ext cx="12053520" cy="6857640"/>
            <a:chOff x="-14400" y="0"/>
            <a:chExt cx="12053520" cy="6857640"/>
          </a:xfrm>
        </p:grpSpPr>
        <p:grpSp>
          <p:nvGrpSpPr>
            <p:cNvPr id="445" name="Group 8"/>
            <p:cNvGrpSpPr/>
            <p:nvPr/>
          </p:nvGrpSpPr>
          <p:grpSpPr>
            <a:xfrm>
              <a:off x="-14400" y="0"/>
              <a:ext cx="1220760" cy="6857640"/>
              <a:chOff x="-14400" y="0"/>
              <a:chExt cx="1220760" cy="6857640"/>
            </a:xfrm>
          </p:grpSpPr>
          <p:sp>
            <p:nvSpPr>
              <p:cNvPr id="446"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4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4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4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45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5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2"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6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473" name="Group 9"/>
            <p:cNvGrpSpPr/>
            <p:nvPr/>
          </p:nvGrpSpPr>
          <p:grpSpPr>
            <a:xfrm>
              <a:off x="11364840" y="0"/>
              <a:ext cx="674280" cy="6848280"/>
              <a:chOff x="11364840" y="0"/>
              <a:chExt cx="674280" cy="6848280"/>
            </a:xfrm>
          </p:grpSpPr>
          <p:sp>
            <p:nvSpPr>
              <p:cNvPr id="47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7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8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8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8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83"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484" name="PlaceHolder 1"/>
          <p:cNvSpPr>
            <a:spLocks noGrp="1"/>
          </p:cNvSpPr>
          <p:nvPr>
            <p:ph type="title"/>
          </p:nvPr>
        </p:nvSpPr>
        <p:spPr>
          <a:xfrm>
            <a:off x="9042480" y="609480"/>
            <a:ext cx="2004480" cy="5181120"/>
          </a:xfrm>
          <a:prstGeom prst="rect">
            <a:avLst/>
          </a:prstGeom>
          <a:noFill/>
          <a:ln w="0">
            <a:noFill/>
          </a:ln>
        </p:spPr>
        <p:txBody>
          <a:bodyPr lIns="91440" rIns="91440" tIns="45720" bIns="45720" anchor="ctr" vert="eaVert">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485" name="PlaceHolder 2"/>
          <p:cNvSpPr>
            <a:spLocks noGrp="1"/>
          </p:cNvSpPr>
          <p:nvPr>
            <p:ph type="body"/>
          </p:nvPr>
        </p:nvSpPr>
        <p:spPr>
          <a:xfrm>
            <a:off x="1141560" y="609480"/>
            <a:ext cx="7748280" cy="518112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486" name="PlaceHolder 3"/>
          <p:cNvSpPr>
            <a:spLocks noGrp="1"/>
          </p:cNvSpPr>
          <p:nvPr>
            <p:ph type="dt" idx="25"/>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487" name="PlaceHolder 4"/>
          <p:cNvSpPr>
            <a:spLocks noGrp="1"/>
          </p:cNvSpPr>
          <p:nvPr>
            <p:ph type="ftr" idx="26"/>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488" name="PlaceHolder 5"/>
          <p:cNvSpPr>
            <a:spLocks noGrp="1"/>
          </p:cNvSpPr>
          <p:nvPr>
            <p:ph type="sldNum" idx="27"/>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4B984180-6B66-4275-AC55-D92A8D6AA6F1}"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489"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490" name="Group 7"/>
          <p:cNvGrpSpPr/>
          <p:nvPr/>
        </p:nvGrpSpPr>
        <p:grpSpPr>
          <a:xfrm>
            <a:off x="-14400" y="0"/>
            <a:ext cx="12053520" cy="6857640"/>
            <a:chOff x="-14400" y="0"/>
            <a:chExt cx="12053520" cy="6857640"/>
          </a:xfrm>
        </p:grpSpPr>
        <p:grpSp>
          <p:nvGrpSpPr>
            <p:cNvPr id="491" name="Group 8"/>
            <p:cNvGrpSpPr/>
            <p:nvPr/>
          </p:nvGrpSpPr>
          <p:grpSpPr>
            <a:xfrm>
              <a:off x="-14400" y="0"/>
              <a:ext cx="1220760" cy="6857640"/>
              <a:chOff x="-14400" y="0"/>
              <a:chExt cx="1220760" cy="6857640"/>
            </a:xfrm>
          </p:grpSpPr>
          <p:sp>
            <p:nvSpPr>
              <p:cNvPr id="492"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3"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4"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5"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6"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7"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8"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499"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0"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1"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2"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504"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5"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6"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7"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8"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09"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0"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1"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2"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3"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4"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5"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6"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7"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18"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519" name="Group 9"/>
            <p:cNvGrpSpPr/>
            <p:nvPr/>
          </p:nvGrpSpPr>
          <p:grpSpPr>
            <a:xfrm>
              <a:off x="11364840" y="0"/>
              <a:ext cx="674280" cy="6848280"/>
              <a:chOff x="11364840" y="0"/>
              <a:chExt cx="674280" cy="6848280"/>
            </a:xfrm>
          </p:grpSpPr>
          <p:sp>
            <p:nvSpPr>
              <p:cNvPr id="520"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1"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2"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3"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4"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5"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6"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7"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8"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29"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530"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531" name="PlaceHolder 2"/>
          <p:cNvSpPr>
            <a:spLocks noGrp="1"/>
          </p:cNvSpPr>
          <p:nvPr>
            <p:ph type="body"/>
          </p:nvPr>
        </p:nvSpPr>
        <p:spPr>
          <a:xfrm>
            <a:off x="1141560" y="2249640"/>
            <a:ext cx="990576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532" name="PlaceHolder 3"/>
          <p:cNvSpPr>
            <a:spLocks noGrp="1"/>
          </p:cNvSpPr>
          <p:nvPr>
            <p:ph type="dt" idx="28"/>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533" name="PlaceHolder 4"/>
          <p:cNvSpPr>
            <a:spLocks noGrp="1"/>
          </p:cNvSpPr>
          <p:nvPr>
            <p:ph type="ftr" idx="29"/>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34" name="PlaceHolder 5"/>
          <p:cNvSpPr>
            <a:spLocks noGrp="1"/>
          </p:cNvSpPr>
          <p:nvPr>
            <p:ph type="sldNum" idx="30"/>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953A7248-C7F5-4C2F-9CF5-27CEEAD77828}"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37"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538" name="Group 7"/>
          <p:cNvGrpSpPr/>
          <p:nvPr/>
        </p:nvGrpSpPr>
        <p:grpSpPr>
          <a:xfrm>
            <a:off x="-14400" y="0"/>
            <a:ext cx="12053520" cy="6857640"/>
            <a:chOff x="-14400" y="0"/>
            <a:chExt cx="12053520" cy="6857640"/>
          </a:xfrm>
        </p:grpSpPr>
        <p:grpSp>
          <p:nvGrpSpPr>
            <p:cNvPr id="539" name="Group 8"/>
            <p:cNvGrpSpPr/>
            <p:nvPr/>
          </p:nvGrpSpPr>
          <p:grpSpPr>
            <a:xfrm>
              <a:off x="-14400" y="0"/>
              <a:ext cx="1220760" cy="6857640"/>
              <a:chOff x="-14400" y="0"/>
              <a:chExt cx="1220760" cy="6857640"/>
            </a:xfrm>
          </p:grpSpPr>
          <p:sp>
            <p:nvSpPr>
              <p:cNvPr id="540"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1"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2"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3"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4"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5"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6"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7"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8"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49"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0"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1"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552"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3"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4"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5"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6"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7"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8"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59"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0"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1"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2"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3"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4"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5"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6"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567" name="Group 9"/>
            <p:cNvGrpSpPr/>
            <p:nvPr/>
          </p:nvGrpSpPr>
          <p:grpSpPr>
            <a:xfrm>
              <a:off x="11364840" y="0"/>
              <a:ext cx="674280" cy="6848280"/>
              <a:chOff x="11364840" y="0"/>
              <a:chExt cx="674280" cy="6848280"/>
            </a:xfrm>
          </p:grpSpPr>
          <p:sp>
            <p:nvSpPr>
              <p:cNvPr id="568"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69"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0"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1"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2"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3"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4"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5"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6"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77"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578" name="PlaceHolder 1"/>
          <p:cNvSpPr>
            <a:spLocks noGrp="1"/>
          </p:cNvSpPr>
          <p:nvPr>
            <p:ph type="title"/>
          </p:nvPr>
        </p:nvSpPr>
        <p:spPr>
          <a:xfrm>
            <a:off x="1141560" y="1419120"/>
            <a:ext cx="9905760" cy="2852280"/>
          </a:xfrm>
          <a:prstGeom prst="rect">
            <a:avLst/>
          </a:prstGeom>
          <a:noFill/>
          <a:ln w="0">
            <a:noFill/>
          </a:ln>
        </p:spPr>
        <p:txBody>
          <a:bodyPr lIns="91440" rIns="91440" tIns="45720" bIns="45720" anchor="b">
            <a:norm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579" name="PlaceHolder 2"/>
          <p:cNvSpPr>
            <a:spLocks noGrp="1"/>
          </p:cNvSpPr>
          <p:nvPr>
            <p:ph type="body"/>
          </p:nvPr>
        </p:nvSpPr>
        <p:spPr>
          <a:xfrm>
            <a:off x="1141560" y="4424400"/>
            <a:ext cx="9905760" cy="137448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800" spc="-1" strike="noStrike" cap="all">
                <a:solidFill>
                  <a:schemeClr val="dk1">
                    <a:tint val="75000"/>
                  </a:schemeClr>
                </a:solidFill>
                <a:latin typeface="Tw Cen MT"/>
              </a:rPr>
              <a:t>Click to edit Master text styles</a:t>
            </a:r>
            <a:endParaRPr b="0" lang="en-US" sz="1800" spc="-1" strike="noStrike">
              <a:solidFill>
                <a:schemeClr val="dk1"/>
              </a:solidFill>
              <a:latin typeface="Tw Cen MT"/>
            </a:endParaRPr>
          </a:p>
        </p:txBody>
      </p:sp>
      <p:sp>
        <p:nvSpPr>
          <p:cNvPr id="580" name="PlaceHolder 3"/>
          <p:cNvSpPr>
            <a:spLocks noGrp="1"/>
          </p:cNvSpPr>
          <p:nvPr>
            <p:ph type="dt" idx="31"/>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581" name="PlaceHolder 4"/>
          <p:cNvSpPr>
            <a:spLocks noGrp="1"/>
          </p:cNvSpPr>
          <p:nvPr>
            <p:ph type="ftr" idx="32"/>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82" name="PlaceHolder 5"/>
          <p:cNvSpPr>
            <a:spLocks noGrp="1"/>
          </p:cNvSpPr>
          <p:nvPr>
            <p:ph type="sldNum" idx="33"/>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B2BA0B47-B271-41B3-B7AE-3ABC184E903D}"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83"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584" name="Group 7"/>
          <p:cNvGrpSpPr/>
          <p:nvPr/>
        </p:nvGrpSpPr>
        <p:grpSpPr>
          <a:xfrm>
            <a:off x="-14400" y="0"/>
            <a:ext cx="12053520" cy="6857640"/>
            <a:chOff x="-14400" y="0"/>
            <a:chExt cx="12053520" cy="6857640"/>
          </a:xfrm>
        </p:grpSpPr>
        <p:grpSp>
          <p:nvGrpSpPr>
            <p:cNvPr id="585" name="Group 8"/>
            <p:cNvGrpSpPr/>
            <p:nvPr/>
          </p:nvGrpSpPr>
          <p:grpSpPr>
            <a:xfrm>
              <a:off x="-14400" y="0"/>
              <a:ext cx="1220760" cy="6857640"/>
              <a:chOff x="-14400" y="0"/>
              <a:chExt cx="1220760" cy="6857640"/>
            </a:xfrm>
          </p:grpSpPr>
          <p:sp>
            <p:nvSpPr>
              <p:cNvPr id="586"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8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8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8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59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59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2"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0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613" name="Group 9"/>
            <p:cNvGrpSpPr/>
            <p:nvPr/>
          </p:nvGrpSpPr>
          <p:grpSpPr>
            <a:xfrm>
              <a:off x="11364840" y="0"/>
              <a:ext cx="674280" cy="6848280"/>
              <a:chOff x="11364840" y="0"/>
              <a:chExt cx="674280" cy="6848280"/>
            </a:xfrm>
          </p:grpSpPr>
          <p:sp>
            <p:nvSpPr>
              <p:cNvPr id="61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1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2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2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2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23"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624"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625" name="PlaceHolder 2"/>
          <p:cNvSpPr>
            <a:spLocks noGrp="1"/>
          </p:cNvSpPr>
          <p:nvPr>
            <p:ph type="body"/>
          </p:nvPr>
        </p:nvSpPr>
        <p:spPr>
          <a:xfrm>
            <a:off x="1141560" y="2249640"/>
            <a:ext cx="487800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626" name="PlaceHolder 3"/>
          <p:cNvSpPr>
            <a:spLocks noGrp="1"/>
          </p:cNvSpPr>
          <p:nvPr>
            <p:ph type="body"/>
          </p:nvPr>
        </p:nvSpPr>
        <p:spPr>
          <a:xfrm>
            <a:off x="6172200" y="2249640"/>
            <a:ext cx="4874760" cy="35413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627" name="PlaceHolder 4"/>
          <p:cNvSpPr>
            <a:spLocks noGrp="1"/>
          </p:cNvSpPr>
          <p:nvPr>
            <p:ph type="dt" idx="34"/>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628" name="PlaceHolder 5"/>
          <p:cNvSpPr>
            <a:spLocks noGrp="1"/>
          </p:cNvSpPr>
          <p:nvPr>
            <p:ph type="ftr" idx="35"/>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29" name="PlaceHolder 6"/>
          <p:cNvSpPr>
            <a:spLocks noGrp="1"/>
          </p:cNvSpPr>
          <p:nvPr>
            <p:ph type="sldNum" idx="36"/>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82951C1A-B5A7-4839-B240-C7ECF0A98FEE}"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633"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634" name="Group 7"/>
          <p:cNvGrpSpPr/>
          <p:nvPr/>
        </p:nvGrpSpPr>
        <p:grpSpPr>
          <a:xfrm>
            <a:off x="-14400" y="0"/>
            <a:ext cx="12053520" cy="6857640"/>
            <a:chOff x="-14400" y="0"/>
            <a:chExt cx="12053520" cy="6857640"/>
          </a:xfrm>
        </p:grpSpPr>
        <p:grpSp>
          <p:nvGrpSpPr>
            <p:cNvPr id="635" name="Group 8"/>
            <p:cNvGrpSpPr/>
            <p:nvPr/>
          </p:nvGrpSpPr>
          <p:grpSpPr>
            <a:xfrm>
              <a:off x="-14400" y="0"/>
              <a:ext cx="1220760" cy="6857640"/>
              <a:chOff x="-14400" y="0"/>
              <a:chExt cx="1220760" cy="6857640"/>
            </a:xfrm>
          </p:grpSpPr>
          <p:sp>
            <p:nvSpPr>
              <p:cNvPr id="636"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37"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38"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39"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0"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1"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2"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3"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4"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5"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6"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7"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648"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49"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0"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1"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2"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3"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4"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5"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6"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7"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8"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59"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0"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1"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2"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663" name="Group 9"/>
            <p:cNvGrpSpPr/>
            <p:nvPr/>
          </p:nvGrpSpPr>
          <p:grpSpPr>
            <a:xfrm>
              <a:off x="11364840" y="0"/>
              <a:ext cx="674280" cy="6848280"/>
              <a:chOff x="11364840" y="0"/>
              <a:chExt cx="674280" cy="6848280"/>
            </a:xfrm>
          </p:grpSpPr>
          <p:sp>
            <p:nvSpPr>
              <p:cNvPr id="664"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5"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6"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7"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8"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69"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70"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71"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72"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73"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674" name="PlaceHolder 1"/>
          <p:cNvSpPr>
            <a:spLocks noGrp="1"/>
          </p:cNvSpPr>
          <p:nvPr>
            <p:ph type="title"/>
          </p:nvPr>
        </p:nvSpPr>
        <p:spPr>
          <a:xfrm>
            <a:off x="1141560" y="619200"/>
            <a:ext cx="9905760" cy="147744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675" name="PlaceHolder 2"/>
          <p:cNvSpPr>
            <a:spLocks noGrp="1"/>
          </p:cNvSpPr>
          <p:nvPr>
            <p:ph type="body"/>
          </p:nvPr>
        </p:nvSpPr>
        <p:spPr>
          <a:xfrm>
            <a:off x="1370160" y="2249640"/>
            <a:ext cx="464940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cap="all">
                <a:solidFill>
                  <a:schemeClr val="dk1"/>
                </a:solidFill>
                <a:latin typeface="Tw Cen MT"/>
              </a:rPr>
              <a:t>Click to edit Master text styles</a:t>
            </a:r>
            <a:endParaRPr b="0" lang="en-US" sz="2400" spc="-1" strike="noStrike">
              <a:solidFill>
                <a:schemeClr val="dk1"/>
              </a:solidFill>
              <a:latin typeface="Tw Cen MT"/>
            </a:endParaRPr>
          </a:p>
        </p:txBody>
      </p:sp>
      <p:sp>
        <p:nvSpPr>
          <p:cNvPr id="676" name="PlaceHolder 3"/>
          <p:cNvSpPr>
            <a:spLocks noGrp="1"/>
          </p:cNvSpPr>
          <p:nvPr>
            <p:ph type="body"/>
          </p:nvPr>
        </p:nvSpPr>
        <p:spPr>
          <a:xfrm>
            <a:off x="1141560" y="3073320"/>
            <a:ext cx="4878000" cy="271728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677" name="PlaceHolder 4"/>
          <p:cNvSpPr>
            <a:spLocks noGrp="1"/>
          </p:cNvSpPr>
          <p:nvPr>
            <p:ph type="body"/>
          </p:nvPr>
        </p:nvSpPr>
        <p:spPr>
          <a:xfrm>
            <a:off x="6400800" y="2249640"/>
            <a:ext cx="46461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cap="all">
                <a:solidFill>
                  <a:schemeClr val="dk1"/>
                </a:solidFill>
                <a:latin typeface="Tw Cen MT"/>
              </a:rPr>
              <a:t>Click to edit Master text styles</a:t>
            </a:r>
            <a:endParaRPr b="0" lang="en-US" sz="2400" spc="-1" strike="noStrike">
              <a:solidFill>
                <a:schemeClr val="dk1"/>
              </a:solidFill>
              <a:latin typeface="Tw Cen MT"/>
            </a:endParaRPr>
          </a:p>
        </p:txBody>
      </p:sp>
      <p:sp>
        <p:nvSpPr>
          <p:cNvPr id="678" name="PlaceHolder 5"/>
          <p:cNvSpPr>
            <a:spLocks noGrp="1"/>
          </p:cNvSpPr>
          <p:nvPr>
            <p:ph type="body"/>
          </p:nvPr>
        </p:nvSpPr>
        <p:spPr>
          <a:xfrm>
            <a:off x="6172200" y="3073320"/>
            <a:ext cx="4874760" cy="271728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679" name="PlaceHolder 6"/>
          <p:cNvSpPr>
            <a:spLocks noGrp="1"/>
          </p:cNvSpPr>
          <p:nvPr>
            <p:ph type="dt" idx="37"/>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680" name="PlaceHolder 7"/>
          <p:cNvSpPr>
            <a:spLocks noGrp="1"/>
          </p:cNvSpPr>
          <p:nvPr>
            <p:ph type="ftr" idx="38"/>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81" name="PlaceHolder 8"/>
          <p:cNvSpPr>
            <a:spLocks noGrp="1"/>
          </p:cNvSpPr>
          <p:nvPr>
            <p:ph type="sldNum" idx="39"/>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3E527315-268E-4EDD-A56B-9D567A761804}"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682"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683" name="Group 7"/>
          <p:cNvGrpSpPr/>
          <p:nvPr/>
        </p:nvGrpSpPr>
        <p:grpSpPr>
          <a:xfrm>
            <a:off x="-14400" y="0"/>
            <a:ext cx="12053520" cy="6857640"/>
            <a:chOff x="-14400" y="0"/>
            <a:chExt cx="12053520" cy="6857640"/>
          </a:xfrm>
        </p:grpSpPr>
        <p:grpSp>
          <p:nvGrpSpPr>
            <p:cNvPr id="684" name="Group 8"/>
            <p:cNvGrpSpPr/>
            <p:nvPr/>
          </p:nvGrpSpPr>
          <p:grpSpPr>
            <a:xfrm>
              <a:off x="-14400" y="0"/>
              <a:ext cx="1220760" cy="6857640"/>
              <a:chOff x="-14400" y="0"/>
              <a:chExt cx="1220760" cy="6857640"/>
            </a:xfrm>
          </p:grpSpPr>
          <p:sp>
            <p:nvSpPr>
              <p:cNvPr id="685"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86"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87"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88"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89"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0"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1"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2"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3"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4"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5"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6"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697"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8"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699"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0"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1"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2"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3"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4"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5"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6"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7"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8"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09"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0"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1"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712" name="Group 9"/>
            <p:cNvGrpSpPr/>
            <p:nvPr/>
          </p:nvGrpSpPr>
          <p:grpSpPr>
            <a:xfrm>
              <a:off x="11364840" y="0"/>
              <a:ext cx="674280" cy="6848280"/>
              <a:chOff x="11364840" y="0"/>
              <a:chExt cx="674280" cy="6848280"/>
            </a:xfrm>
          </p:grpSpPr>
          <p:sp>
            <p:nvSpPr>
              <p:cNvPr id="713"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4"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5"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6"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7"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8"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19"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20"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21"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22"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723"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cap="all">
                <a:solidFill>
                  <a:schemeClr val="dk1"/>
                </a:solidFill>
                <a:latin typeface="Tw Cen MT"/>
              </a:rPr>
              <a:t>Click to edit Master title style</a:t>
            </a:r>
            <a:endParaRPr b="0" lang="en-US" sz="3600" spc="-1" strike="noStrike">
              <a:solidFill>
                <a:schemeClr val="dk1"/>
              </a:solidFill>
              <a:latin typeface="Tw Cen MT"/>
            </a:endParaRPr>
          </a:p>
        </p:txBody>
      </p:sp>
      <p:sp>
        <p:nvSpPr>
          <p:cNvPr id="724" name="PlaceHolder 2"/>
          <p:cNvSpPr>
            <a:spLocks noGrp="1"/>
          </p:cNvSpPr>
          <p:nvPr>
            <p:ph type="dt" idx="40"/>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725" name="PlaceHolder 3"/>
          <p:cNvSpPr>
            <a:spLocks noGrp="1"/>
          </p:cNvSpPr>
          <p:nvPr>
            <p:ph type="ftr" idx="41"/>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726" name="PlaceHolder 4"/>
          <p:cNvSpPr>
            <a:spLocks noGrp="1"/>
          </p:cNvSpPr>
          <p:nvPr>
            <p:ph type="sldNum" idx="42"/>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6746AEDA-7DC9-418D-ACA3-18FD1284234A}"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728"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729" name="Group 7"/>
          <p:cNvGrpSpPr/>
          <p:nvPr/>
        </p:nvGrpSpPr>
        <p:grpSpPr>
          <a:xfrm>
            <a:off x="-14400" y="0"/>
            <a:ext cx="12053520" cy="6857640"/>
            <a:chOff x="-14400" y="0"/>
            <a:chExt cx="12053520" cy="6857640"/>
          </a:xfrm>
        </p:grpSpPr>
        <p:grpSp>
          <p:nvGrpSpPr>
            <p:cNvPr id="730" name="Group 8"/>
            <p:cNvGrpSpPr/>
            <p:nvPr/>
          </p:nvGrpSpPr>
          <p:grpSpPr>
            <a:xfrm>
              <a:off x="-14400" y="0"/>
              <a:ext cx="1220760" cy="6857640"/>
              <a:chOff x="-14400" y="0"/>
              <a:chExt cx="1220760" cy="6857640"/>
            </a:xfrm>
          </p:grpSpPr>
          <p:sp>
            <p:nvSpPr>
              <p:cNvPr id="731"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2"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3"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4"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5"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6"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7"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8"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39"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0"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1"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2"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743"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4"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5"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6"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7"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8"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49"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0"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1"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2"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3"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4"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5"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6"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57"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758" name="Group 9"/>
            <p:cNvGrpSpPr/>
            <p:nvPr/>
          </p:nvGrpSpPr>
          <p:grpSpPr>
            <a:xfrm>
              <a:off x="11364840" y="0"/>
              <a:ext cx="674280" cy="6848280"/>
              <a:chOff x="11364840" y="0"/>
              <a:chExt cx="674280" cy="6848280"/>
            </a:xfrm>
          </p:grpSpPr>
          <p:sp>
            <p:nvSpPr>
              <p:cNvPr id="759"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0"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1"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2"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3"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4"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5"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6"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7"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68"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769" name="PlaceHolder 1"/>
          <p:cNvSpPr>
            <a:spLocks noGrp="1"/>
          </p:cNvSpPr>
          <p:nvPr>
            <p:ph type="dt" idx="43"/>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770" name="PlaceHolder 2"/>
          <p:cNvSpPr>
            <a:spLocks noGrp="1"/>
          </p:cNvSpPr>
          <p:nvPr>
            <p:ph type="ftr" idx="44"/>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771" name="PlaceHolder 3"/>
          <p:cNvSpPr>
            <a:spLocks noGrp="1"/>
          </p:cNvSpPr>
          <p:nvPr>
            <p:ph type="sldNum" idx="45"/>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606D39C8-3B13-47AA-BA23-690B1FDB766A}"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772"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773" name="Group 7"/>
          <p:cNvGrpSpPr/>
          <p:nvPr/>
        </p:nvGrpSpPr>
        <p:grpSpPr>
          <a:xfrm>
            <a:off x="-14400" y="0"/>
            <a:ext cx="12053520" cy="6857640"/>
            <a:chOff x="-14400" y="0"/>
            <a:chExt cx="12053520" cy="6857640"/>
          </a:xfrm>
        </p:grpSpPr>
        <p:grpSp>
          <p:nvGrpSpPr>
            <p:cNvPr id="774" name="Group 8"/>
            <p:cNvGrpSpPr/>
            <p:nvPr/>
          </p:nvGrpSpPr>
          <p:grpSpPr>
            <a:xfrm>
              <a:off x="-14400" y="0"/>
              <a:ext cx="1220760" cy="6857640"/>
              <a:chOff x="-14400" y="0"/>
              <a:chExt cx="1220760" cy="6857640"/>
            </a:xfrm>
          </p:grpSpPr>
          <p:sp>
            <p:nvSpPr>
              <p:cNvPr id="775"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76"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77"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78"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79"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0"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1"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2"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3"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4"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5"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6"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787"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8"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89"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0"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1"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2"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3"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4"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5"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6"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7"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8"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799"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0"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1"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802" name="Group 9"/>
            <p:cNvGrpSpPr/>
            <p:nvPr/>
          </p:nvGrpSpPr>
          <p:grpSpPr>
            <a:xfrm>
              <a:off x="11364840" y="0"/>
              <a:ext cx="674280" cy="6848280"/>
              <a:chOff x="11364840" y="0"/>
              <a:chExt cx="674280" cy="6848280"/>
            </a:xfrm>
          </p:grpSpPr>
          <p:sp>
            <p:nvSpPr>
              <p:cNvPr id="803"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4"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5"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6"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7"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8"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09"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10"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11"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12"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813" name="PlaceHolder 1"/>
          <p:cNvSpPr>
            <a:spLocks noGrp="1"/>
          </p:cNvSpPr>
          <p:nvPr>
            <p:ph type="title"/>
          </p:nvPr>
        </p:nvSpPr>
        <p:spPr>
          <a:xfrm>
            <a:off x="1146600" y="609480"/>
            <a:ext cx="3855600" cy="16394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cap="all">
                <a:solidFill>
                  <a:schemeClr val="dk1"/>
                </a:solidFill>
                <a:latin typeface="Tw Cen MT"/>
              </a:rPr>
              <a:t>Click to edit Master title style</a:t>
            </a:r>
            <a:endParaRPr b="0" lang="en-US" sz="3200" spc="-1" strike="noStrike">
              <a:solidFill>
                <a:schemeClr val="dk1"/>
              </a:solidFill>
              <a:latin typeface="Tw Cen MT"/>
            </a:endParaRPr>
          </a:p>
        </p:txBody>
      </p:sp>
      <p:sp>
        <p:nvSpPr>
          <p:cNvPr id="814" name="PlaceHolder 2"/>
          <p:cNvSpPr>
            <a:spLocks noGrp="1"/>
          </p:cNvSpPr>
          <p:nvPr>
            <p:ph type="body"/>
          </p:nvPr>
        </p:nvSpPr>
        <p:spPr>
          <a:xfrm>
            <a:off x="5156280" y="592560"/>
            <a:ext cx="5890680" cy="519804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ffffff"/>
              </a:buClr>
              <a:buSzPct val="125000"/>
              <a:buFont typeface="Arial"/>
              <a:buChar char="•"/>
            </a:pPr>
            <a:r>
              <a:rPr b="0" lang="en-US" sz="2400" spc="-1" strike="noStrike">
                <a:solidFill>
                  <a:schemeClr val="dk1"/>
                </a:solidFill>
                <a:latin typeface="Tw Cen MT"/>
              </a:rPr>
              <a:t>Click to edit Master text styles</a:t>
            </a:r>
            <a:endParaRPr b="0" lang="en-US" sz="2400" spc="-1" strike="noStrike">
              <a:solidFill>
                <a:schemeClr val="dk1"/>
              </a:solidFill>
              <a:latin typeface="Tw Cen MT"/>
            </a:endParaRPr>
          </a:p>
          <a:p>
            <a:pPr lvl="1" marL="685800" indent="-228600" defTabSz="914400">
              <a:lnSpc>
                <a:spcPct val="120000"/>
              </a:lnSpc>
              <a:spcBef>
                <a:spcPts val="499"/>
              </a:spcBef>
              <a:buClr>
                <a:srgbClr val="ffffff"/>
              </a:buClr>
              <a:buSzPct val="125000"/>
              <a:buFont typeface="Arial"/>
              <a:buChar char="•"/>
            </a:pPr>
            <a:r>
              <a:rPr b="0" lang="en-US" sz="2000" spc="-1" strike="noStrike">
                <a:solidFill>
                  <a:schemeClr val="dk1"/>
                </a:solidFill>
                <a:latin typeface="Tw Cen MT"/>
              </a:rPr>
              <a:t>Second level</a:t>
            </a:r>
            <a:endParaRPr b="0" lang="en-US" sz="2000" spc="-1" strike="noStrike">
              <a:solidFill>
                <a:schemeClr val="dk1"/>
              </a:solidFill>
              <a:latin typeface="Tw Cen MT"/>
            </a:endParaRPr>
          </a:p>
          <a:p>
            <a:pPr lvl="2" marL="1143000" indent="-228600" defTabSz="914400">
              <a:lnSpc>
                <a:spcPct val="120000"/>
              </a:lnSpc>
              <a:spcBef>
                <a:spcPts val="499"/>
              </a:spcBef>
              <a:buClr>
                <a:srgbClr val="ffffff"/>
              </a:buClr>
              <a:buSzPct val="125000"/>
              <a:buFont typeface="Arial"/>
              <a:buChar char="•"/>
            </a:pPr>
            <a:r>
              <a:rPr b="0" lang="en-US" sz="1800" spc="-1" strike="noStrike">
                <a:solidFill>
                  <a:schemeClr val="dk1"/>
                </a:solidFill>
                <a:latin typeface="Tw Cen MT"/>
              </a:rPr>
              <a:t>Third level</a:t>
            </a:r>
            <a:endParaRPr b="0" lang="en-US" sz="1800" spc="-1" strike="noStrike">
              <a:solidFill>
                <a:schemeClr val="dk1"/>
              </a:solidFill>
              <a:latin typeface="Tw Cen MT"/>
            </a:endParaRPr>
          </a:p>
          <a:p>
            <a:pPr lvl="3" marL="16002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Fourth level</a:t>
            </a:r>
            <a:endParaRPr b="0" lang="en-US" sz="1600" spc="-1" strike="noStrike">
              <a:solidFill>
                <a:schemeClr val="dk1"/>
              </a:solidFill>
              <a:latin typeface="Tw Cen MT"/>
            </a:endParaRPr>
          </a:p>
          <a:p>
            <a:pPr lvl="4" marL="2057400" indent="-228600" defTabSz="914400">
              <a:lnSpc>
                <a:spcPct val="120000"/>
              </a:lnSpc>
              <a:spcBef>
                <a:spcPts val="499"/>
              </a:spcBef>
              <a:buClr>
                <a:srgbClr val="ffffff"/>
              </a:buClr>
              <a:buSzPct val="125000"/>
              <a:buFont typeface="Arial"/>
              <a:buChar char="•"/>
            </a:pPr>
            <a:r>
              <a:rPr b="0" lang="en-US" sz="1600" spc="-1" strike="noStrike">
                <a:solidFill>
                  <a:schemeClr val="dk1"/>
                </a:solidFill>
                <a:latin typeface="Tw Cen MT"/>
              </a:rPr>
              <a:t>Fifth level</a:t>
            </a:r>
            <a:endParaRPr b="0" lang="en-US" sz="1600" spc="-1" strike="noStrike">
              <a:solidFill>
                <a:schemeClr val="dk1"/>
              </a:solidFill>
              <a:latin typeface="Tw Cen MT"/>
            </a:endParaRPr>
          </a:p>
        </p:txBody>
      </p:sp>
      <p:sp>
        <p:nvSpPr>
          <p:cNvPr id="815" name="PlaceHolder 3"/>
          <p:cNvSpPr>
            <a:spLocks noGrp="1"/>
          </p:cNvSpPr>
          <p:nvPr>
            <p:ph type="body"/>
          </p:nvPr>
        </p:nvSpPr>
        <p:spPr>
          <a:xfrm>
            <a:off x="1146600" y="2249640"/>
            <a:ext cx="3855600" cy="354132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1600" spc="-1" strike="noStrike">
                <a:solidFill>
                  <a:schemeClr val="dk1"/>
                </a:solidFill>
                <a:latin typeface="Tw Cen MT"/>
              </a:rPr>
              <a:t>Click to edit Master text styles</a:t>
            </a:r>
            <a:endParaRPr b="0" lang="en-US" sz="1600" spc="-1" strike="noStrike">
              <a:solidFill>
                <a:schemeClr val="dk1"/>
              </a:solidFill>
              <a:latin typeface="Tw Cen MT"/>
            </a:endParaRPr>
          </a:p>
        </p:txBody>
      </p:sp>
      <p:sp>
        <p:nvSpPr>
          <p:cNvPr id="816" name="PlaceHolder 4"/>
          <p:cNvSpPr>
            <a:spLocks noGrp="1"/>
          </p:cNvSpPr>
          <p:nvPr>
            <p:ph type="dt" idx="46"/>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817" name="PlaceHolder 5"/>
          <p:cNvSpPr>
            <a:spLocks noGrp="1"/>
          </p:cNvSpPr>
          <p:nvPr>
            <p:ph type="ftr" idx="47"/>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818" name="PlaceHolder 6"/>
          <p:cNvSpPr>
            <a:spLocks noGrp="1"/>
          </p:cNvSpPr>
          <p:nvPr>
            <p:ph type="sldNum" idx="48"/>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69F9BD43-0185-4EA3-9590-8F088B5267A6}"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819" name="Picture 2" descr="\\DROBO-FS\QuickDrops\JB\PPTX NG\Droplets\LightingOverlay.png"/>
          <p:cNvPicPr/>
          <p:nvPr/>
        </p:nvPicPr>
        <p:blipFill>
          <a:blip r:embed="rId3">
            <a:alphaModFix amt="30000"/>
          </a:blip>
          <a:stretch/>
        </p:blipFill>
        <p:spPr>
          <a:xfrm>
            <a:off x="0" y="0"/>
            <a:ext cx="12191760" cy="6857640"/>
          </a:xfrm>
          <a:prstGeom prst="rect">
            <a:avLst/>
          </a:prstGeom>
          <a:ln w="0">
            <a:noFill/>
          </a:ln>
        </p:spPr>
      </p:pic>
      <p:grpSp>
        <p:nvGrpSpPr>
          <p:cNvPr id="820" name="Group 7"/>
          <p:cNvGrpSpPr/>
          <p:nvPr/>
        </p:nvGrpSpPr>
        <p:grpSpPr>
          <a:xfrm>
            <a:off x="-14400" y="0"/>
            <a:ext cx="12053520" cy="6857640"/>
            <a:chOff x="-14400" y="0"/>
            <a:chExt cx="12053520" cy="6857640"/>
          </a:xfrm>
        </p:grpSpPr>
        <p:grpSp>
          <p:nvGrpSpPr>
            <p:cNvPr id="821" name="Group 8"/>
            <p:cNvGrpSpPr/>
            <p:nvPr/>
          </p:nvGrpSpPr>
          <p:grpSpPr>
            <a:xfrm>
              <a:off x="-14400" y="0"/>
              <a:ext cx="1220760" cy="6857640"/>
              <a:chOff x="-14400" y="0"/>
              <a:chExt cx="1220760" cy="6857640"/>
            </a:xfrm>
          </p:grpSpPr>
          <p:sp>
            <p:nvSpPr>
              <p:cNvPr id="822" name="Rectangle 5"/>
              <p:cNvSpPr/>
              <p:nvPr/>
            </p:nvSpPr>
            <p:spPr>
              <a:xfrm>
                <a:off x="114480" y="468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3" name="Freeform 6"/>
              <p:cNvSpPr/>
              <p:nvPr/>
            </p:nvSpPr>
            <p:spPr>
              <a:xfrm>
                <a:off x="33480" y="217656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4" name="Freeform 7"/>
              <p:cNvSpPr/>
              <p:nvPr/>
            </p:nvSpPr>
            <p:spPr>
              <a:xfrm>
                <a:off x="28440" y="4021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5" name="Freeform 8"/>
              <p:cNvSpPr/>
              <p:nvPr/>
            </p:nvSpPr>
            <p:spPr>
              <a:xfrm>
                <a:off x="200160" y="4680"/>
                <a:ext cx="369360" cy="1810800"/>
              </a:xfrm>
              <a:custGeom>
                <a:avLst/>
                <a:gdLst>
                  <a:gd name="textAreaLeft" fmla="*/ 0 w 369360"/>
                  <a:gd name="textAreaRight" fmla="*/ 369720 w 369360"/>
                  <a:gd name="textAreaTop" fmla="*/ 0 h 1810800"/>
                  <a:gd name="textAreaBottom" fmla="*/ 1811160 h 181080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6" name="Freeform 9"/>
              <p:cNvSpPr/>
              <p:nvPr/>
            </p:nvSpPr>
            <p:spPr>
              <a:xfrm>
                <a:off x="503280" y="18018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7" name="Freeform 10"/>
              <p:cNvSpPr/>
              <p:nvPr/>
            </p:nvSpPr>
            <p:spPr>
              <a:xfrm>
                <a:off x="285840" y="4680"/>
                <a:ext cx="369360" cy="1429920"/>
              </a:xfrm>
              <a:custGeom>
                <a:avLst/>
                <a:gdLst>
                  <a:gd name="textAreaLeft" fmla="*/ 0 w 369360"/>
                  <a:gd name="textAreaRight" fmla="*/ 369720 w 369360"/>
                  <a:gd name="textAreaTop" fmla="*/ 0 h 1429920"/>
                  <a:gd name="textAreaBottom" fmla="*/ 1430280 h 142992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8" name="Freeform 11"/>
              <p:cNvSpPr/>
              <p:nvPr/>
            </p:nvSpPr>
            <p:spPr>
              <a:xfrm>
                <a:off x="546120" y="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29" name="Freeform 12"/>
              <p:cNvSpPr/>
              <p:nvPr/>
            </p:nvSpPr>
            <p:spPr>
              <a:xfrm>
                <a:off x="588960" y="14209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0" name="Freeform 13"/>
              <p:cNvSpPr/>
              <p:nvPr/>
            </p:nvSpPr>
            <p:spPr>
              <a:xfrm>
                <a:off x="588960" y="9032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1" name="Freeform 14"/>
              <p:cNvSpPr/>
              <p:nvPr/>
            </p:nvSpPr>
            <p:spPr>
              <a:xfrm>
                <a:off x="641520" y="0"/>
                <a:ext cx="421920" cy="526680"/>
              </a:xfrm>
              <a:custGeom>
                <a:avLst/>
                <a:gdLst>
                  <a:gd name="textAreaLeft" fmla="*/ 0 w 421920"/>
                  <a:gd name="textAreaRight" fmla="*/ 422280 w 421920"/>
                  <a:gd name="textAreaTop" fmla="*/ 0 h 526680"/>
                  <a:gd name="textAreaBottom" fmla="*/ 527040 h 52668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2" name="Freeform 15"/>
              <p:cNvSpPr/>
              <p:nvPr/>
            </p:nvSpPr>
            <p:spPr>
              <a:xfrm>
                <a:off x="1020600" y="488880"/>
                <a:ext cx="161640" cy="147240"/>
              </a:xfrm>
              <a:custGeom>
                <a:avLst/>
                <a:gdLst>
                  <a:gd name="textAreaLeft" fmla="*/ 0 w 161640"/>
                  <a:gd name="textAreaRight" fmla="*/ 162000 w 161640"/>
                  <a:gd name="textAreaTop" fmla="*/ 0 h 147240"/>
                  <a:gd name="textAreaBottom" fmla="*/ 147600 h 14724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3" name="Line 16"/>
              <p:cNvSpPr/>
              <p:nvPr/>
            </p:nvSpPr>
            <p:spPr>
              <a:xfrm>
                <a:off x="-4680" y="9360"/>
                <a:ext cx="360" cy="360"/>
              </a:xfrm>
              <a:prstGeom prst="line">
                <a:avLst/>
              </a:prstGeom>
              <a:ln w="15">
                <a:solidFill>
                  <a:srgbClr val="ffffff"/>
                </a:solidFill>
              </a:ln>
            </p:spPr>
            <p:style>
              <a:lnRef idx="0"/>
              <a:fillRef idx="0"/>
              <a:effectRef idx="0"/>
              <a:fontRef idx="minor"/>
            </p:style>
            <p:txBody>
              <a:bodyPr lIns="90000" rIns="90000" tIns="-44640" bIns="-44640" anchor="t">
                <a:noAutofit/>
              </a:bodyPr>
              <a:p>
                <a:endParaRPr b="0" lang="en-GB" sz="1800" spc="-1" strike="noStrike">
                  <a:solidFill>
                    <a:schemeClr val="dk1"/>
                  </a:solidFill>
                  <a:latin typeface="Tw Cen MT"/>
                </a:endParaRPr>
              </a:p>
            </p:txBody>
          </p:sp>
          <p:sp>
            <p:nvSpPr>
              <p:cNvPr id="834" name="Freeform 17"/>
              <p:cNvSpPr/>
              <p:nvPr/>
            </p:nvSpPr>
            <p:spPr>
              <a:xfrm>
                <a:off x="9360" y="1801800"/>
                <a:ext cx="123480" cy="126720"/>
              </a:xfrm>
              <a:custGeom>
                <a:avLst/>
                <a:gdLst>
                  <a:gd name="textAreaLeft" fmla="*/ 0 w 123480"/>
                  <a:gd name="textAreaRight" fmla="*/ 123840 w 123480"/>
                  <a:gd name="textAreaTop" fmla="*/ 0 h 126720"/>
                  <a:gd name="textAreaBottom" fmla="*/ 127080 h 12672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5" name="Freeform 18"/>
              <p:cNvSpPr/>
              <p:nvPr/>
            </p:nvSpPr>
            <p:spPr>
              <a:xfrm>
                <a:off x="-9360" y="3549600"/>
                <a:ext cx="147240" cy="480600"/>
              </a:xfrm>
              <a:custGeom>
                <a:avLst/>
                <a:gdLst>
                  <a:gd name="textAreaLeft" fmla="*/ 0 w 147240"/>
                  <a:gd name="textAreaRight" fmla="*/ 147600 w 147240"/>
                  <a:gd name="textAreaTop" fmla="*/ 0 h 480600"/>
                  <a:gd name="textAreaBottom" fmla="*/ 480960 h 48060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6" name="Freeform 19"/>
              <p:cNvSpPr/>
              <p:nvPr/>
            </p:nvSpPr>
            <p:spPr>
              <a:xfrm>
                <a:off x="128520" y="1382760"/>
                <a:ext cx="142560" cy="475920"/>
              </a:xfrm>
              <a:custGeom>
                <a:avLst/>
                <a:gdLst>
                  <a:gd name="textAreaLeft" fmla="*/ 0 w 142560"/>
                  <a:gd name="textAreaRight" fmla="*/ 142920 w 142560"/>
                  <a:gd name="textAreaTop" fmla="*/ 0 h 475920"/>
                  <a:gd name="textAreaBottom" fmla="*/ 476280 h 47592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7" name="Freeform 20"/>
              <p:cNvSpPr/>
              <p:nvPr/>
            </p:nvSpPr>
            <p:spPr>
              <a:xfrm>
                <a:off x="204840" y="1849320"/>
                <a:ext cx="114120" cy="107640"/>
              </a:xfrm>
              <a:custGeom>
                <a:avLst/>
                <a:gdLst>
                  <a:gd name="textAreaLeft" fmla="*/ 0 w 114120"/>
                  <a:gd name="textAreaRight" fmla="*/ 114480 w 114120"/>
                  <a:gd name="textAreaTop" fmla="*/ 0 h 107640"/>
                  <a:gd name="textAreaBottom" fmla="*/ 108000 h 10764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8" name="Rectangle 21"/>
              <p:cNvSpPr/>
              <p:nvPr/>
            </p:nvSpPr>
            <p:spPr>
              <a:xfrm>
                <a:off x="133200" y="4662360"/>
                <a:ext cx="23400" cy="218088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39" name="Freeform 22"/>
              <p:cNvSpPr/>
              <p:nvPr/>
            </p:nvSpPr>
            <p:spPr>
              <a:xfrm>
                <a:off x="223920" y="5041800"/>
                <a:ext cx="369360" cy="1801440"/>
              </a:xfrm>
              <a:custGeom>
                <a:avLst/>
                <a:gdLst>
                  <a:gd name="textAreaLeft" fmla="*/ 0 w 369360"/>
                  <a:gd name="textAreaRight" fmla="*/ 369720 w 369360"/>
                  <a:gd name="textAreaTop" fmla="*/ 0 h 1801440"/>
                  <a:gd name="textAreaBottom" fmla="*/ 1801800 h 180144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0" name="Freeform 23"/>
              <p:cNvSpPr/>
              <p:nvPr/>
            </p:nvSpPr>
            <p:spPr>
              <a:xfrm>
                <a:off x="52560" y="4481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1" name="Freeform 24"/>
              <p:cNvSpPr/>
              <p:nvPr/>
            </p:nvSpPr>
            <p:spPr>
              <a:xfrm>
                <a:off x="-14400" y="5627520"/>
                <a:ext cx="85320" cy="1215720"/>
              </a:xfrm>
              <a:custGeom>
                <a:avLst/>
                <a:gdLst>
                  <a:gd name="textAreaLeft" fmla="*/ 0 w 85320"/>
                  <a:gd name="textAreaRight" fmla="*/ 85680 w 85320"/>
                  <a:gd name="textAreaTop" fmla="*/ 0 h 1215720"/>
                  <a:gd name="textAreaBottom" fmla="*/ 1216080 h 121572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2" name="Freeform 25"/>
              <p:cNvSpPr/>
              <p:nvPr/>
            </p:nvSpPr>
            <p:spPr>
              <a:xfrm>
                <a:off x="527040" y="486720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3" name="Freeform 26"/>
              <p:cNvSpPr/>
              <p:nvPr/>
            </p:nvSpPr>
            <p:spPr>
              <a:xfrm>
                <a:off x="309600" y="5423040"/>
                <a:ext cx="374400" cy="1425240"/>
              </a:xfrm>
              <a:custGeom>
                <a:avLst/>
                <a:gdLst>
                  <a:gd name="textAreaLeft" fmla="*/ 0 w 374400"/>
                  <a:gd name="textAreaRight" fmla="*/ 374760 w 374400"/>
                  <a:gd name="textAreaTop" fmla="*/ 0 h 1425240"/>
                  <a:gd name="textAreaBottom" fmla="*/ 1425600 h 142524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4" name="Freeform 27"/>
              <p:cNvSpPr/>
              <p:nvPr/>
            </p:nvSpPr>
            <p:spPr>
              <a:xfrm>
                <a:off x="569880" y="5945040"/>
                <a:ext cx="151920" cy="912600"/>
              </a:xfrm>
              <a:custGeom>
                <a:avLst/>
                <a:gdLst>
                  <a:gd name="textAreaLeft" fmla="*/ 0 w 151920"/>
                  <a:gd name="textAreaRight" fmla="*/ 152280 w 151920"/>
                  <a:gd name="textAreaTop" fmla="*/ 0 h 912600"/>
                  <a:gd name="textAreaBottom" fmla="*/ 912960 h 91260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5" name="Freeform 28"/>
              <p:cNvSpPr/>
              <p:nvPr/>
            </p:nvSpPr>
            <p:spPr>
              <a:xfrm>
                <a:off x="612720" y="52466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6" name="Freeform 29"/>
              <p:cNvSpPr/>
              <p:nvPr/>
            </p:nvSpPr>
            <p:spPr>
              <a:xfrm>
                <a:off x="612720" y="576432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7" name="Freeform 30"/>
              <p:cNvSpPr/>
              <p:nvPr/>
            </p:nvSpPr>
            <p:spPr>
              <a:xfrm>
                <a:off x="669960" y="6330960"/>
                <a:ext cx="417240" cy="517320"/>
              </a:xfrm>
              <a:custGeom>
                <a:avLst/>
                <a:gdLst>
                  <a:gd name="textAreaLeft" fmla="*/ 0 w 417240"/>
                  <a:gd name="textAreaRight" fmla="*/ 417600 w 417240"/>
                  <a:gd name="textAreaTop" fmla="*/ 0 h 517320"/>
                  <a:gd name="textAreaBottom" fmla="*/ 517680 h 51732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48" name="Freeform 31"/>
              <p:cNvSpPr/>
              <p:nvPr/>
            </p:nvSpPr>
            <p:spPr>
              <a:xfrm>
                <a:off x="1049400" y="6221520"/>
                <a:ext cx="156960" cy="147240"/>
              </a:xfrm>
              <a:custGeom>
                <a:avLst/>
                <a:gdLst>
                  <a:gd name="textAreaLeft" fmla="*/ 0 w 156960"/>
                  <a:gd name="textAreaRight" fmla="*/ 157320 w 156960"/>
                  <a:gd name="textAreaTop" fmla="*/ 0 h 147240"/>
                  <a:gd name="textAreaBottom" fmla="*/ 147600 h 14724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nvGrpSpPr>
            <p:cNvPr id="849" name="Group 9"/>
            <p:cNvGrpSpPr/>
            <p:nvPr/>
          </p:nvGrpSpPr>
          <p:grpSpPr>
            <a:xfrm>
              <a:off x="11364840" y="0"/>
              <a:ext cx="674280" cy="6848280"/>
              <a:chOff x="11364840" y="0"/>
              <a:chExt cx="674280" cy="6848280"/>
            </a:xfrm>
          </p:grpSpPr>
          <p:sp>
            <p:nvSpPr>
              <p:cNvPr id="850" name="Freeform 32"/>
              <p:cNvSpPr/>
              <p:nvPr/>
            </p:nvSpPr>
            <p:spPr>
              <a:xfrm>
                <a:off x="11484000" y="0"/>
                <a:ext cx="417240" cy="512280"/>
              </a:xfrm>
              <a:custGeom>
                <a:avLst/>
                <a:gdLst>
                  <a:gd name="textAreaLeft" fmla="*/ 0 w 417240"/>
                  <a:gd name="textAreaRight" fmla="*/ 417600 w 417240"/>
                  <a:gd name="textAreaTop" fmla="*/ 0 h 512280"/>
                  <a:gd name="textAreaBottom" fmla="*/ 512640 h 51228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1" name="Freeform 33"/>
              <p:cNvSpPr/>
              <p:nvPr/>
            </p:nvSpPr>
            <p:spPr>
              <a:xfrm>
                <a:off x="11364840" y="474840"/>
                <a:ext cx="156960" cy="151920"/>
              </a:xfrm>
              <a:custGeom>
                <a:avLst/>
                <a:gdLst>
                  <a:gd name="textAreaLeft" fmla="*/ 0 w 156960"/>
                  <a:gd name="textAreaRight" fmla="*/ 157320 w 156960"/>
                  <a:gd name="textAreaTop" fmla="*/ 0 h 151920"/>
                  <a:gd name="textAreaBottom" fmla="*/ 152280 h 15192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2" name="Freeform 34"/>
              <p:cNvSpPr/>
              <p:nvPr/>
            </p:nvSpPr>
            <p:spPr>
              <a:xfrm>
                <a:off x="11631600" y="1539720"/>
                <a:ext cx="188640" cy="190080"/>
              </a:xfrm>
              <a:custGeom>
                <a:avLst/>
                <a:gdLst>
                  <a:gd name="textAreaLeft" fmla="*/ 0 w 188640"/>
                  <a:gd name="textAreaRight" fmla="*/ 189000 w 188640"/>
                  <a:gd name="textAreaTop" fmla="*/ 0 h 190080"/>
                  <a:gd name="textAreaBottom" fmla="*/ 190440 h 1900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3" name="Freeform 35"/>
              <p:cNvSpPr/>
              <p:nvPr/>
            </p:nvSpPr>
            <p:spPr>
              <a:xfrm>
                <a:off x="11531520" y="5694480"/>
                <a:ext cx="298080" cy="1153800"/>
              </a:xfrm>
              <a:custGeom>
                <a:avLst/>
                <a:gdLst>
                  <a:gd name="textAreaLeft" fmla="*/ 0 w 298080"/>
                  <a:gd name="textAreaRight" fmla="*/ 298440 w 298080"/>
                  <a:gd name="textAreaTop" fmla="*/ 0 h 1153800"/>
                  <a:gd name="textAreaBottom" fmla="*/ 1154160 h 115380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4" name="Freeform 36"/>
              <p:cNvSpPr/>
              <p:nvPr/>
            </p:nvSpPr>
            <p:spPr>
              <a:xfrm>
                <a:off x="11773080" y="5551560"/>
                <a:ext cx="156960" cy="155160"/>
              </a:xfrm>
              <a:custGeom>
                <a:avLst/>
                <a:gdLst>
                  <a:gd name="textAreaLeft" fmla="*/ 0 w 156960"/>
                  <a:gd name="textAreaRight" fmla="*/ 157320 w 156960"/>
                  <a:gd name="textAreaTop" fmla="*/ 0 h 155160"/>
                  <a:gd name="textAreaBottom" fmla="*/ 155520 h 15516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5" name="Freeform 37"/>
              <p:cNvSpPr/>
              <p:nvPr/>
            </p:nvSpPr>
            <p:spPr>
              <a:xfrm>
                <a:off x="11711160" y="4680"/>
                <a:ext cx="304560" cy="1544400"/>
              </a:xfrm>
              <a:custGeom>
                <a:avLst/>
                <a:gdLst>
                  <a:gd name="textAreaLeft" fmla="*/ 0 w 304560"/>
                  <a:gd name="textAreaRight" fmla="*/ 304920 w 304560"/>
                  <a:gd name="textAreaTop" fmla="*/ 0 h 1544400"/>
                  <a:gd name="textAreaBottom" fmla="*/ 1544760 h 154440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6" name="Freeform 38"/>
              <p:cNvSpPr/>
              <p:nvPr/>
            </p:nvSpPr>
            <p:spPr>
              <a:xfrm>
                <a:off x="11636280" y="4867200"/>
                <a:ext cx="188640" cy="188640"/>
              </a:xfrm>
              <a:custGeom>
                <a:avLst/>
                <a:gdLst>
                  <a:gd name="textAreaLeft" fmla="*/ 0 w 188640"/>
                  <a:gd name="textAreaRight" fmla="*/ 189000 w 18864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7" name="Freeform 39"/>
              <p:cNvSpPr/>
              <p:nvPr/>
            </p:nvSpPr>
            <p:spPr>
              <a:xfrm>
                <a:off x="11441160" y="5046840"/>
                <a:ext cx="307440" cy="1801440"/>
              </a:xfrm>
              <a:custGeom>
                <a:avLst/>
                <a:gdLst>
                  <a:gd name="textAreaLeft" fmla="*/ 0 w 307440"/>
                  <a:gd name="textAreaRight" fmla="*/ 307800 w 307440"/>
                  <a:gd name="textAreaTop" fmla="*/ 0 h 1801440"/>
                  <a:gd name="textAreaBottom" fmla="*/ 1801800 h 180144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8" name="Freeform 40"/>
              <p:cNvSpPr/>
              <p:nvPr/>
            </p:nvSpPr>
            <p:spPr>
              <a:xfrm>
                <a:off x="11849040" y="6416640"/>
                <a:ext cx="190080" cy="188640"/>
              </a:xfrm>
              <a:custGeom>
                <a:avLst/>
                <a:gdLst>
                  <a:gd name="textAreaLeft" fmla="*/ 0 w 190080"/>
                  <a:gd name="textAreaRight" fmla="*/ 190440 w 190080"/>
                  <a:gd name="textAreaTop" fmla="*/ 0 h 188640"/>
                  <a:gd name="textAreaBottom" fmla="*/ 189000 h 18864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sp>
            <p:nvSpPr>
              <p:cNvPr id="859" name="Rectangle 41"/>
              <p:cNvSpPr/>
              <p:nvPr/>
            </p:nvSpPr>
            <p:spPr>
              <a:xfrm>
                <a:off x="11939760" y="6595920"/>
                <a:ext cx="23400" cy="252000"/>
              </a:xfrm>
              <a:prstGeom prst="rect">
                <a:avLst/>
              </a:prstGeom>
              <a:gradFill rotWithShape="0">
                <a:gsLst>
                  <a:gs pos="0">
                    <a:srgbClr val="dfe3e5"/>
                  </a:gs>
                  <a:gs pos="100000">
                    <a:srgbClr val="65757d"/>
                  </a:gs>
                </a:gsLst>
                <a:lin ang="5400000"/>
              </a:gradFill>
              <a:ln w="0">
                <a:noFill/>
              </a:ln>
            </p:spPr>
            <p:style>
              <a:lnRef idx="0"/>
              <a:fillRef idx="0"/>
              <a:effectRef idx="0"/>
              <a:fontRef idx="minor"/>
            </p:style>
            <p:txBody>
              <a:bodyPr lIns="90000" rIns="90000" tIns="45000" bIns="45000" anchor="t">
                <a:noAutofit/>
              </a:bodyPr>
              <a:p>
                <a:pPr defTabSz="457200">
                  <a:lnSpc>
                    <a:spcPct val="100000"/>
                  </a:lnSpc>
                </a:pPr>
                <a:endParaRPr b="0" lang="en-GB" sz="1800" spc="-1" strike="noStrike">
                  <a:solidFill>
                    <a:schemeClr val="dk1"/>
                  </a:solidFill>
                  <a:latin typeface="Tw Cen MT"/>
                </a:endParaRPr>
              </a:p>
            </p:txBody>
          </p:sp>
        </p:grpSp>
      </p:grpSp>
      <p:sp>
        <p:nvSpPr>
          <p:cNvPr id="860" name="PlaceHolder 1"/>
          <p:cNvSpPr>
            <a:spLocks noGrp="1"/>
          </p:cNvSpPr>
          <p:nvPr>
            <p:ph type="title"/>
          </p:nvPr>
        </p:nvSpPr>
        <p:spPr>
          <a:xfrm>
            <a:off x="1141560" y="609480"/>
            <a:ext cx="5934240" cy="16394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cap="all">
                <a:solidFill>
                  <a:schemeClr val="dk1"/>
                </a:solidFill>
                <a:latin typeface="Tw Cen MT"/>
              </a:rPr>
              <a:t>Click to edit Master title style</a:t>
            </a:r>
            <a:endParaRPr b="0" lang="en-US" sz="3200" spc="-1" strike="noStrike">
              <a:solidFill>
                <a:schemeClr val="dk1"/>
              </a:solidFill>
              <a:latin typeface="Tw Cen MT"/>
            </a:endParaRPr>
          </a:p>
        </p:txBody>
      </p:sp>
      <p:sp>
        <p:nvSpPr>
          <p:cNvPr id="861" name="PlaceHolder 2"/>
          <p:cNvSpPr>
            <a:spLocks noGrp="1"/>
          </p:cNvSpPr>
          <p:nvPr>
            <p:ph type="body"/>
          </p:nvPr>
        </p:nvSpPr>
        <p:spPr>
          <a:xfrm>
            <a:off x="7380720" y="609480"/>
            <a:ext cx="3666240" cy="5181120"/>
          </a:xfrm>
          <a:prstGeom prst="rect">
            <a:avLst/>
          </a:prstGeom>
          <a:noFill/>
          <a:ln cap="sq" w="19080">
            <a:solidFill>
              <a:schemeClr val="dk2">
                <a:lumMod val="60000"/>
                <a:lumOff val="40000"/>
                <a:alpha val="60000"/>
              </a:schemeClr>
            </a:solidFill>
            <a:miter/>
          </a:ln>
          <a:effectLst>
            <a:outerShdw dist="38160" dir="5400000" blurRad="88920" rotWithShape="0">
              <a:srgbClr val="000000">
                <a:alpha val="40000"/>
              </a:srgbClr>
            </a:outerShdw>
          </a:effectLst>
        </p:spPr>
        <p:txBody>
          <a:bodyPr lIns="90000" rIns="90000" tIns="45000" bIns="45000" anchor="t">
            <a:noAutofit/>
          </a:bodyPr>
          <a:p>
            <a:pPr indent="0" defTabSz="457200">
              <a:lnSpc>
                <a:spcPct val="100000"/>
              </a:lnSpc>
              <a:buNone/>
              <a:tabLst>
                <a:tab algn="l" pos="0"/>
              </a:tabLst>
            </a:pPr>
            <a:r>
              <a:rPr b="0" lang="en-US" sz="3200" spc="-1" strike="noStrike">
                <a:solidFill>
                  <a:schemeClr val="dk1"/>
                </a:solidFill>
                <a:latin typeface="Tw Cen MT"/>
              </a:rPr>
              <a:t>Click icon to add picture</a:t>
            </a:r>
            <a:endParaRPr b="0" lang="en-US" sz="3200" spc="-1" strike="noStrike">
              <a:solidFill>
                <a:schemeClr val="dk1"/>
              </a:solidFill>
              <a:latin typeface="Tw Cen MT"/>
            </a:endParaRPr>
          </a:p>
        </p:txBody>
      </p:sp>
      <p:sp>
        <p:nvSpPr>
          <p:cNvPr id="862" name="PlaceHolder 3"/>
          <p:cNvSpPr>
            <a:spLocks noGrp="1"/>
          </p:cNvSpPr>
          <p:nvPr>
            <p:ph type="body"/>
          </p:nvPr>
        </p:nvSpPr>
        <p:spPr>
          <a:xfrm>
            <a:off x="1141560" y="2249640"/>
            <a:ext cx="5934240" cy="354132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1600" spc="-1" strike="noStrike">
                <a:solidFill>
                  <a:schemeClr val="dk1"/>
                </a:solidFill>
                <a:latin typeface="Tw Cen MT"/>
              </a:rPr>
              <a:t>Click to edit Master text styles</a:t>
            </a:r>
            <a:endParaRPr b="0" lang="en-US" sz="1600" spc="-1" strike="noStrike">
              <a:solidFill>
                <a:schemeClr val="dk1"/>
              </a:solidFill>
              <a:latin typeface="Tw Cen MT"/>
            </a:endParaRPr>
          </a:p>
        </p:txBody>
      </p:sp>
      <p:sp>
        <p:nvSpPr>
          <p:cNvPr id="863" name="PlaceHolder 4"/>
          <p:cNvSpPr>
            <a:spLocks noGrp="1"/>
          </p:cNvSpPr>
          <p:nvPr>
            <p:ph type="dt" idx="49"/>
          </p:nvPr>
        </p:nvSpPr>
        <p:spPr>
          <a:xfrm>
            <a:off x="7457040" y="58831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r>
              <a:rPr b="0" lang="en-US" sz="1050" spc="-1" strike="noStrike">
                <a:solidFill>
                  <a:schemeClr val="dk1">
                    <a:tint val="75000"/>
                  </a:schemeClr>
                </a:solidFill>
                <a:latin typeface="Tw Cen MT"/>
              </a:rPr>
              <a:t>&lt;date/time&gt;</a:t>
            </a:r>
            <a:endParaRPr b="0" lang="en-US" sz="1050" spc="-1" strike="noStrike">
              <a:solidFill>
                <a:srgbClr val="ffffff"/>
              </a:solidFill>
              <a:latin typeface="Times New Roman"/>
            </a:endParaRPr>
          </a:p>
        </p:txBody>
      </p:sp>
      <p:sp>
        <p:nvSpPr>
          <p:cNvPr id="864" name="PlaceHolder 5"/>
          <p:cNvSpPr>
            <a:spLocks noGrp="1"/>
          </p:cNvSpPr>
          <p:nvPr>
            <p:ph type="ftr" idx="50"/>
          </p:nvPr>
        </p:nvSpPr>
        <p:spPr>
          <a:xfrm>
            <a:off x="1141560" y="5883120"/>
            <a:ext cx="62388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865" name="PlaceHolder 6"/>
          <p:cNvSpPr>
            <a:spLocks noGrp="1"/>
          </p:cNvSpPr>
          <p:nvPr>
            <p:ph type="sldNum" idx="51"/>
          </p:nvPr>
        </p:nvSpPr>
        <p:spPr>
          <a:xfrm>
            <a:off x="10276200" y="5883120"/>
            <a:ext cx="7707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050" spc="-1" strike="noStrike">
                <a:solidFill>
                  <a:schemeClr val="dk1">
                    <a:tint val="75000"/>
                  </a:schemeClr>
                </a:solidFill>
                <a:latin typeface="Tw Cen MT"/>
              </a:defRPr>
            </a:lvl1pPr>
          </a:lstStyle>
          <a:p>
            <a:pPr indent="0" algn="r" defTabSz="457200">
              <a:lnSpc>
                <a:spcPct val="100000"/>
              </a:lnSpc>
              <a:buNone/>
            </a:pPr>
            <a:fld id="{637C53E8-60A9-419D-9BE4-C2F8FD44AE61}" type="slidenum">
              <a:rPr b="0" lang="en-US" sz="1050" spc="-1" strike="noStrike">
                <a:solidFill>
                  <a:schemeClr val="dk1">
                    <a:tint val="75000"/>
                  </a:schemeClr>
                </a:solidFill>
                <a:latin typeface="Tw Cen MT"/>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title"/>
          </p:nvPr>
        </p:nvSpPr>
        <p:spPr>
          <a:xfrm>
            <a:off x="1876320" y="1122480"/>
            <a:ext cx="8791200" cy="2387160"/>
          </a:xfrm>
          <a:prstGeom prst="rect">
            <a:avLst/>
          </a:prstGeom>
          <a:noFill/>
          <a:ln w="0">
            <a:noFill/>
          </a:ln>
        </p:spPr>
        <p:txBody>
          <a:bodyPr lIns="91440" rIns="91440" tIns="45720" bIns="45720" anchor="b">
            <a:normAutofit fontScale="93560" lnSpcReduction="20000"/>
          </a:bodyPr>
          <a:p>
            <a:pPr indent="0" algn="ctr" defTabSz="914400">
              <a:lnSpc>
                <a:spcPct val="90000"/>
              </a:lnSpc>
              <a:buNone/>
            </a:pPr>
            <a:r>
              <a:rPr b="0" lang="en-IE" sz="5400" spc="-1" strike="noStrike" cap="all">
                <a:solidFill>
                  <a:schemeClr val="dk1"/>
                </a:solidFill>
                <a:latin typeface="Tahoma"/>
                <a:ea typeface="Tahoma"/>
              </a:rPr>
              <a:t>Agentic AI Architectures for Phishing email detection</a:t>
            </a:r>
            <a:endParaRPr b="0" lang="en-US" sz="5400" spc="-1" strike="noStrike">
              <a:solidFill>
                <a:schemeClr val="dk1"/>
              </a:solidFill>
              <a:latin typeface="Tw Cen MT"/>
            </a:endParaRPr>
          </a:p>
        </p:txBody>
      </p:sp>
      <p:sp>
        <p:nvSpPr>
          <p:cNvPr id="873" name="PlaceHolder 2"/>
          <p:cNvSpPr>
            <a:spLocks noGrp="1"/>
          </p:cNvSpPr>
          <p:nvPr>
            <p:ph type="subTitle"/>
          </p:nvPr>
        </p:nvSpPr>
        <p:spPr>
          <a:xfrm>
            <a:off x="1876320" y="3627360"/>
            <a:ext cx="8791200" cy="165528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IE" sz="2400" spc="-1" strike="noStrike" cap="all">
                <a:solidFill>
                  <a:schemeClr val="dk2"/>
                </a:solidFill>
                <a:latin typeface="Tahoma"/>
                <a:ea typeface="Tahoma"/>
              </a:rPr>
              <a:t>A comparative evaluation</a:t>
            </a:r>
            <a:endParaRPr b="0" lang="en-US" sz="2400" spc="-1" strike="noStrike">
              <a:solidFill>
                <a:srgbClr val="ffffff"/>
              </a:solidFill>
              <a:latin typeface="Arial"/>
            </a:endParaRPr>
          </a:p>
          <a:p>
            <a:pPr indent="0" algn="ctr" defTabSz="914400">
              <a:lnSpc>
                <a:spcPct val="120000"/>
              </a:lnSpc>
              <a:spcBef>
                <a:spcPts val="1001"/>
              </a:spcBef>
              <a:buNone/>
              <a:tabLst>
                <a:tab algn="l" pos="0"/>
              </a:tabLst>
            </a:pPr>
            <a:r>
              <a:rPr b="0" lang="en-IE" sz="2400" spc="-1" strike="noStrike" cap="all">
                <a:solidFill>
                  <a:schemeClr val="dk2"/>
                </a:solidFill>
                <a:latin typeface="Tahoma"/>
                <a:ea typeface="Tahoma"/>
              </a:rPr>
              <a:t>Mark Agnew | M.Sc. Cybersecurity | UCD | 2026</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74"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The Problem</a:t>
            </a:r>
            <a:endParaRPr b="0" lang="en-US" sz="4400" spc="-1" strike="noStrike">
              <a:solidFill>
                <a:schemeClr val="dk1"/>
              </a:solidFill>
              <a:latin typeface="Tw Cen MT"/>
            </a:endParaRPr>
          </a:p>
        </p:txBody>
      </p:sp>
      <p:sp>
        <p:nvSpPr>
          <p:cNvPr id="875" name="Rounded Rectangle 2"/>
          <p:cNvSpPr/>
          <p:nvPr/>
        </p:nvSpPr>
        <p:spPr>
          <a:xfrm>
            <a:off x="1385280" y="1998720"/>
            <a:ext cx="4708800" cy="1828440"/>
          </a:xfrm>
          <a:prstGeom prst="roundRect">
            <a:avLst>
              <a:gd name="adj" fmla="val 16667"/>
            </a:avLst>
          </a:prstGeom>
          <a:solidFill>
            <a:srgbClr val="f5f6f8"/>
          </a:solidFill>
          <a:ln>
            <a:solidFill>
              <a:srgbClr val="1f3754"/>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1f3754"/>
                </a:solidFill>
                <a:latin typeface="Tahoma"/>
              </a:rPr>
              <a:t>Phishing remains a major attack vector</a:t>
            </a:r>
            <a:endParaRPr b="0" lang="en-US" sz="16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971,181 reported phishing attacks in Q1 2026</a:t>
            </a:r>
            <a:br>
              <a:rPr sz="1600"/>
            </a:br>
            <a:r>
              <a:rPr b="0" lang="en-US" sz="1600" spc="-1" strike="noStrike">
                <a:solidFill>
                  <a:srgbClr val="1f3754"/>
                </a:solidFill>
                <a:latin typeface="Tahoma"/>
              </a:rPr>
              <a:t>+13.8% from Q4 2025</a:t>
            </a:r>
            <a:endParaRPr b="0" lang="en-US" sz="1600" spc="-1" strike="noStrike">
              <a:solidFill>
                <a:srgbClr val="000000"/>
              </a:solidFill>
              <a:latin typeface="Arial"/>
            </a:endParaRPr>
          </a:p>
        </p:txBody>
      </p:sp>
      <p:sp>
        <p:nvSpPr>
          <p:cNvPr id="876" name="Rounded Rectangle 3"/>
          <p:cNvSpPr/>
          <p:nvPr/>
        </p:nvSpPr>
        <p:spPr>
          <a:xfrm>
            <a:off x="7411320" y="2048400"/>
            <a:ext cx="3154320" cy="1828440"/>
          </a:xfrm>
          <a:prstGeom prst="roundRect">
            <a:avLst>
              <a:gd name="adj" fmla="val 16667"/>
            </a:avLst>
          </a:prstGeom>
          <a:solidFill>
            <a:srgbClr val="f5f6f8"/>
          </a:solidFill>
          <a:ln>
            <a:solidFill>
              <a:srgbClr val="1f3754"/>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1f3754"/>
                </a:solidFill>
                <a:latin typeface="Tahoma"/>
              </a:rPr>
              <a:t>Why it works</a:t>
            </a:r>
            <a:endParaRPr b="0" lang="en-US" sz="16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Phishing exploits human</a:t>
            </a:r>
            <a:br>
              <a:rPr sz="1600"/>
            </a:br>
            <a:r>
              <a:rPr b="0" lang="en-US" sz="1600" spc="-1" strike="noStrike">
                <a:solidFill>
                  <a:srgbClr val="1f3754"/>
                </a:solidFill>
                <a:latin typeface="Tahoma"/>
              </a:rPr>
              <a:t>decision-making, not just</a:t>
            </a:r>
            <a:br>
              <a:rPr sz="1600"/>
            </a:br>
            <a:r>
              <a:rPr b="0" lang="en-US" sz="1600" spc="-1" strike="noStrike">
                <a:solidFill>
                  <a:srgbClr val="1f3754"/>
                </a:solidFill>
                <a:latin typeface="Tahoma"/>
              </a:rPr>
              <a:t>technical vulnerabilities.</a:t>
            </a:r>
            <a:endParaRPr b="0" lang="en-US" sz="1600" spc="-1" strike="noStrike">
              <a:solidFill>
                <a:srgbClr val="000000"/>
              </a:solidFill>
              <a:latin typeface="Arial"/>
            </a:endParaRPr>
          </a:p>
        </p:txBody>
      </p:sp>
      <p:sp>
        <p:nvSpPr>
          <p:cNvPr id="877" name="TextBox 13"/>
          <p:cNvSpPr/>
          <p:nvPr/>
        </p:nvSpPr>
        <p:spPr>
          <a:xfrm>
            <a:off x="2153520" y="6514560"/>
            <a:ext cx="8412120" cy="191880"/>
          </a:xfrm>
          <a:prstGeom prst="rect">
            <a:avLst/>
          </a:prstGeom>
          <a:noFill/>
          <a:ln w="0">
            <a:noFill/>
          </a:ln>
        </p:spPr>
        <p:style>
          <a:lnRef idx="0"/>
          <a:fillRef idx="0"/>
          <a:effectRef idx="0"/>
          <a:fontRef idx="minor"/>
        </p:style>
        <p:txBody>
          <a:bodyPr lIns="54720" rIns="54720" tIns="27360" bIns="27360" anchor="t">
            <a:spAutoFit/>
          </a:bodyPr>
          <a:p>
            <a:pPr defTabSz="457200">
              <a:lnSpc>
                <a:spcPct val="100000"/>
              </a:lnSpc>
            </a:pPr>
            <a:r>
              <a:rPr b="0" lang="en-US" sz="900" spc="-1" strike="noStrike">
                <a:solidFill>
                  <a:srgbClr val="696969"/>
                </a:solidFill>
                <a:latin typeface="Tahoma"/>
              </a:rPr>
              <a:t>Sources: APWG Q1 2026; Verizon 2026 DBIR; Auton &amp; Sturman (2025); Onwuegbuche et al. (2025)</a:t>
            </a:r>
            <a:endParaRPr b="0" lang="en-US" sz="900" spc="-1" strike="noStrike">
              <a:solidFill>
                <a:srgbClr val="ffffff"/>
              </a:solidFill>
              <a:latin typeface="Arial"/>
            </a:endParaRPr>
          </a:p>
        </p:txBody>
      </p:sp>
      <p:sp>
        <p:nvSpPr>
          <p:cNvPr id="878" name="TextBox 15"/>
          <p:cNvSpPr/>
          <p:nvPr/>
        </p:nvSpPr>
        <p:spPr>
          <a:xfrm>
            <a:off x="3386880" y="4326840"/>
            <a:ext cx="5414760" cy="328680"/>
          </a:xfrm>
          <a:prstGeom prst="rect">
            <a:avLst/>
          </a:prstGeom>
          <a:noFill/>
          <a:ln w="0">
            <a:noFill/>
          </a:ln>
        </p:spPr>
        <p:style>
          <a:lnRef idx="0"/>
          <a:fillRef idx="0"/>
          <a:effectRef idx="0"/>
          <a:fontRef idx="minor"/>
        </p:style>
        <p:txBody>
          <a:bodyPr lIns="54720" rIns="54720" tIns="27360" bIns="27360" anchor="t">
            <a:spAutoFit/>
          </a:bodyPr>
          <a:p>
            <a:pPr defTabSz="457200">
              <a:lnSpc>
                <a:spcPct val="100000"/>
              </a:lnSpc>
            </a:pPr>
            <a:r>
              <a:rPr b="1" lang="en-US" sz="1800" spc="-1" strike="noStrike">
                <a:solidFill>
                  <a:schemeClr val="dk1">
                    <a:lumMod val="95000"/>
                  </a:schemeClr>
                </a:solidFill>
                <a:latin typeface="Tahoma"/>
              </a:rPr>
              <a:t>Attackers use affective and persuasive cues:</a:t>
            </a:r>
            <a:endParaRPr b="0" lang="en-US" sz="1800" spc="-1" strike="noStrike">
              <a:solidFill>
                <a:srgbClr val="ffffff"/>
              </a:solidFill>
              <a:latin typeface="Arial"/>
            </a:endParaRPr>
          </a:p>
        </p:txBody>
      </p:sp>
      <p:sp>
        <p:nvSpPr>
          <p:cNvPr id="879" name="Rounded Rectangle 5"/>
          <p:cNvSpPr/>
          <p:nvPr/>
        </p:nvSpPr>
        <p:spPr>
          <a:xfrm>
            <a:off x="2941200" y="4924440"/>
            <a:ext cx="1599840" cy="959760"/>
          </a:xfrm>
          <a:prstGeom prst="roundRect">
            <a:avLst>
              <a:gd name="adj" fmla="val 16667"/>
            </a:avLst>
          </a:prstGeom>
          <a:solidFill>
            <a:srgbClr val="f9e8e8"/>
          </a:solidFill>
          <a:ln w="19050">
            <a:solidFill>
              <a:srgbClr val="aa3737"/>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500" spc="-1" strike="noStrike">
                <a:solidFill>
                  <a:srgbClr val="aa3737"/>
                </a:solidFill>
                <a:latin typeface="Tahoma"/>
              </a:rPr>
              <a:t>URGENCY</a:t>
            </a:r>
            <a:endParaRPr b="0" lang="en-US" sz="1500" spc="-1" strike="noStrike">
              <a:solidFill>
                <a:srgbClr val="000000"/>
              </a:solidFill>
              <a:latin typeface="Arial"/>
            </a:endParaRPr>
          </a:p>
          <a:p>
            <a:pPr algn="ctr" defTabSz="457200">
              <a:lnSpc>
                <a:spcPct val="100000"/>
              </a:lnSpc>
            </a:pPr>
            <a:r>
              <a:rPr b="0" lang="en-US" sz="1400" spc="-1" strike="noStrike">
                <a:solidFill>
                  <a:srgbClr val="2d2d2d"/>
                </a:solidFill>
                <a:latin typeface="Tahoma"/>
              </a:rPr>
              <a:t>Act quickly</a:t>
            </a:r>
            <a:endParaRPr b="0" lang="en-US" sz="1400" spc="-1" strike="noStrike">
              <a:solidFill>
                <a:srgbClr val="000000"/>
              </a:solidFill>
              <a:latin typeface="Arial"/>
            </a:endParaRPr>
          </a:p>
        </p:txBody>
      </p:sp>
      <p:sp>
        <p:nvSpPr>
          <p:cNvPr id="880" name="Rounded Rectangle 6"/>
          <p:cNvSpPr/>
          <p:nvPr/>
        </p:nvSpPr>
        <p:spPr>
          <a:xfrm>
            <a:off x="4724280" y="4924440"/>
            <a:ext cx="1599840" cy="959760"/>
          </a:xfrm>
          <a:prstGeom prst="roundRect">
            <a:avLst>
              <a:gd name="adj" fmla="val 16667"/>
            </a:avLst>
          </a:prstGeom>
          <a:solidFill>
            <a:srgbClr val="e8f1f9"/>
          </a:solidFill>
          <a:ln w="19050">
            <a:solidFill>
              <a:srgbClr val="2f5f91"/>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500" spc="-1" strike="noStrike">
                <a:solidFill>
                  <a:srgbClr val="2f5f91"/>
                </a:solidFill>
                <a:latin typeface="Tahoma"/>
              </a:rPr>
              <a:t>AUTHORITY</a:t>
            </a:r>
            <a:endParaRPr b="0" lang="en-US" sz="1500" spc="-1" strike="noStrike">
              <a:solidFill>
                <a:srgbClr val="000000"/>
              </a:solidFill>
              <a:latin typeface="Arial"/>
            </a:endParaRPr>
          </a:p>
          <a:p>
            <a:pPr algn="ctr" defTabSz="457200">
              <a:lnSpc>
                <a:spcPct val="100000"/>
              </a:lnSpc>
            </a:pPr>
            <a:r>
              <a:rPr b="0" lang="en-US" sz="1400" spc="-1" strike="noStrike">
                <a:solidFill>
                  <a:srgbClr val="2d2d2d"/>
                </a:solidFill>
                <a:latin typeface="Tahoma"/>
              </a:rPr>
              <a:t>Trust the sender</a:t>
            </a:r>
            <a:endParaRPr b="0" lang="en-US" sz="1400" spc="-1" strike="noStrike">
              <a:solidFill>
                <a:srgbClr val="000000"/>
              </a:solidFill>
              <a:latin typeface="Arial"/>
            </a:endParaRPr>
          </a:p>
        </p:txBody>
      </p:sp>
      <p:sp>
        <p:nvSpPr>
          <p:cNvPr id="881" name="Rounded Rectangle 7"/>
          <p:cNvSpPr/>
          <p:nvPr/>
        </p:nvSpPr>
        <p:spPr>
          <a:xfrm>
            <a:off x="6507360" y="4924440"/>
            <a:ext cx="1599840" cy="959760"/>
          </a:xfrm>
          <a:prstGeom prst="roundRect">
            <a:avLst>
              <a:gd name="adj" fmla="val 16667"/>
            </a:avLst>
          </a:prstGeom>
          <a:solidFill>
            <a:srgbClr val="e8f5ec"/>
          </a:solidFill>
          <a:ln w="19050">
            <a:solidFill>
              <a:srgbClr val="377655"/>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500" spc="-1" strike="noStrike">
                <a:solidFill>
                  <a:srgbClr val="377655"/>
                </a:solidFill>
                <a:latin typeface="Tahoma"/>
              </a:rPr>
              <a:t>TRUST</a:t>
            </a:r>
            <a:endParaRPr b="0" lang="en-US" sz="1500" spc="-1" strike="noStrike">
              <a:solidFill>
                <a:srgbClr val="000000"/>
              </a:solidFill>
              <a:latin typeface="Arial"/>
            </a:endParaRPr>
          </a:p>
          <a:p>
            <a:pPr algn="ctr" defTabSz="457200">
              <a:lnSpc>
                <a:spcPct val="100000"/>
              </a:lnSpc>
            </a:pPr>
            <a:r>
              <a:rPr b="0" lang="en-IE" sz="1400" spc="-1" strike="noStrike">
                <a:solidFill>
                  <a:srgbClr val="2d2d2d"/>
                </a:solidFill>
                <a:latin typeface="Tahoma"/>
              </a:rPr>
              <a:t>Appear Legitimate</a:t>
            </a:r>
            <a:endParaRPr b="0" lang="en-US" sz="1400" spc="-1" strike="noStrike">
              <a:solidFill>
                <a:srgbClr val="000000"/>
              </a:solidFill>
              <a:latin typeface="Arial"/>
            </a:endParaRPr>
          </a:p>
        </p:txBody>
      </p:sp>
      <p:sp>
        <p:nvSpPr>
          <p:cNvPr id="882" name="Rounded Rectangle 8"/>
          <p:cNvSpPr/>
          <p:nvPr/>
        </p:nvSpPr>
        <p:spPr>
          <a:xfrm>
            <a:off x="8290440" y="4924440"/>
            <a:ext cx="1599840" cy="959760"/>
          </a:xfrm>
          <a:prstGeom prst="roundRect">
            <a:avLst>
              <a:gd name="adj" fmla="val 16667"/>
            </a:avLst>
          </a:prstGeom>
          <a:solidFill>
            <a:srgbClr val="faefe2"/>
          </a:solidFill>
          <a:ln w="19050">
            <a:solidFill>
              <a:srgbClr val="c4702d"/>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500" spc="-1" strike="noStrike">
                <a:solidFill>
                  <a:srgbClr val="c4702d"/>
                </a:solidFill>
                <a:latin typeface="Tahoma"/>
              </a:rPr>
              <a:t>FEAR / REWARD</a:t>
            </a:r>
            <a:endParaRPr b="0" lang="en-US" sz="1500" spc="-1" strike="noStrike">
              <a:solidFill>
                <a:srgbClr val="000000"/>
              </a:solidFill>
              <a:latin typeface="Arial"/>
            </a:endParaRPr>
          </a:p>
          <a:p>
            <a:pPr algn="ctr" defTabSz="457200">
              <a:lnSpc>
                <a:spcPct val="100000"/>
              </a:lnSpc>
            </a:pPr>
            <a:r>
              <a:rPr b="0" lang="en-US" sz="1400" spc="-1" strike="noStrike">
                <a:solidFill>
                  <a:srgbClr val="2d2d2d"/>
                </a:solidFill>
                <a:latin typeface="Tahoma"/>
              </a:rPr>
              <a:t>Trigger action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title"/>
          </p:nvPr>
        </p:nvSpPr>
        <p:spPr>
          <a:xfrm>
            <a:off x="1407240" y="8892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Background and related work </a:t>
            </a:r>
            <a:endParaRPr b="0" lang="en-US" sz="4400" spc="-1" strike="noStrike">
              <a:solidFill>
                <a:schemeClr val="dk1"/>
              </a:solidFill>
              <a:latin typeface="Tw Cen MT"/>
            </a:endParaRPr>
          </a:p>
        </p:txBody>
      </p:sp>
      <p:sp>
        <p:nvSpPr>
          <p:cNvPr id="884" name="Rounded Rectangle 2"/>
          <p:cNvSpPr/>
          <p:nvPr/>
        </p:nvSpPr>
        <p:spPr>
          <a:xfrm>
            <a:off x="1833840" y="1663920"/>
            <a:ext cx="2011320" cy="502560"/>
          </a:xfrm>
          <a:prstGeom prst="roundRect">
            <a:avLst>
              <a:gd name="adj" fmla="val 16667"/>
            </a:avLst>
          </a:prstGeom>
          <a:solidFill>
            <a:srgbClr val="1f375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700" spc="-1" strike="noStrike">
                <a:solidFill>
                  <a:srgbClr val="ffffff"/>
                </a:solidFill>
                <a:latin typeface="Tahoma"/>
              </a:rPr>
              <a:t>Approach</a:t>
            </a:r>
            <a:endParaRPr b="0" lang="en-US" sz="1700" spc="-1" strike="noStrike">
              <a:solidFill>
                <a:srgbClr val="ffffff"/>
              </a:solidFill>
              <a:latin typeface="Arial"/>
            </a:endParaRPr>
          </a:p>
        </p:txBody>
      </p:sp>
      <p:sp>
        <p:nvSpPr>
          <p:cNvPr id="885" name="Rounded Rectangle 3"/>
          <p:cNvSpPr/>
          <p:nvPr/>
        </p:nvSpPr>
        <p:spPr>
          <a:xfrm>
            <a:off x="4028400" y="1659240"/>
            <a:ext cx="2331360" cy="502560"/>
          </a:xfrm>
          <a:prstGeom prst="roundRect">
            <a:avLst>
              <a:gd name="adj" fmla="val 16667"/>
            </a:avLst>
          </a:prstGeom>
          <a:solidFill>
            <a:srgbClr val="1f375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700" spc="-1" strike="noStrike">
                <a:solidFill>
                  <a:srgbClr val="ffffff"/>
                </a:solidFill>
                <a:latin typeface="Tahoma"/>
              </a:rPr>
              <a:t>Main capability</a:t>
            </a:r>
            <a:endParaRPr b="0" lang="en-US" sz="1700" spc="-1" strike="noStrike">
              <a:solidFill>
                <a:srgbClr val="ffffff"/>
              </a:solidFill>
              <a:latin typeface="Arial"/>
            </a:endParaRPr>
          </a:p>
        </p:txBody>
      </p:sp>
      <p:sp>
        <p:nvSpPr>
          <p:cNvPr id="886" name="Rounded Rectangle 4"/>
          <p:cNvSpPr/>
          <p:nvPr/>
        </p:nvSpPr>
        <p:spPr>
          <a:xfrm>
            <a:off x="6588720" y="1659240"/>
            <a:ext cx="3245760" cy="502560"/>
          </a:xfrm>
          <a:prstGeom prst="roundRect">
            <a:avLst>
              <a:gd name="adj" fmla="val 16667"/>
            </a:avLst>
          </a:prstGeom>
          <a:solidFill>
            <a:srgbClr val="1f375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700" spc="-1" strike="noStrike">
                <a:solidFill>
                  <a:srgbClr val="ffffff"/>
                </a:solidFill>
                <a:latin typeface="Tahoma"/>
              </a:rPr>
              <a:t>Key limitation</a:t>
            </a:r>
            <a:endParaRPr b="0" lang="en-US" sz="1700" spc="-1" strike="noStrike">
              <a:solidFill>
                <a:srgbClr val="ffffff"/>
              </a:solidFill>
              <a:latin typeface="Arial"/>
            </a:endParaRPr>
          </a:p>
        </p:txBody>
      </p:sp>
      <p:sp>
        <p:nvSpPr>
          <p:cNvPr id="887" name="Rectangle 12"/>
          <p:cNvSpPr/>
          <p:nvPr/>
        </p:nvSpPr>
        <p:spPr>
          <a:xfrm>
            <a:off x="1833840" y="2219400"/>
            <a:ext cx="201132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2d2d2d"/>
                </a:solidFill>
                <a:latin typeface="Tahoma"/>
              </a:rPr>
              <a:t>Rules / Blacklists</a:t>
            </a:r>
            <a:endParaRPr b="0" lang="en-US" sz="1600" spc="-1" strike="noStrike">
              <a:solidFill>
                <a:srgbClr val="000000"/>
              </a:solidFill>
              <a:latin typeface="Arial"/>
            </a:endParaRPr>
          </a:p>
        </p:txBody>
      </p:sp>
      <p:sp>
        <p:nvSpPr>
          <p:cNvPr id="888" name="Rectangle 14"/>
          <p:cNvSpPr/>
          <p:nvPr/>
        </p:nvSpPr>
        <p:spPr>
          <a:xfrm>
            <a:off x="4028400" y="2207880"/>
            <a:ext cx="233136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600" spc="-1" strike="noStrike">
                <a:solidFill>
                  <a:srgbClr val="2d2d2d"/>
                </a:solidFill>
                <a:latin typeface="Tahoma"/>
              </a:rPr>
              <a:t>Known URLs, domains, keywords</a:t>
            </a:r>
            <a:endParaRPr b="0" lang="en-US" sz="1600" spc="-1" strike="noStrike">
              <a:solidFill>
                <a:srgbClr val="000000"/>
              </a:solidFill>
              <a:latin typeface="Arial"/>
            </a:endParaRPr>
          </a:p>
        </p:txBody>
      </p:sp>
      <p:sp>
        <p:nvSpPr>
          <p:cNvPr id="889" name="Rectangle 16"/>
          <p:cNvSpPr/>
          <p:nvPr/>
        </p:nvSpPr>
        <p:spPr>
          <a:xfrm>
            <a:off x="6588720" y="2207880"/>
            <a:ext cx="324576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600" spc="-1" strike="noStrike">
                <a:solidFill>
                  <a:srgbClr val="2d2d2d"/>
                </a:solidFill>
                <a:latin typeface="Tahoma"/>
              </a:rPr>
              <a:t>Reactive</a:t>
            </a:r>
            <a:endParaRPr b="0" lang="en-US" sz="1600" spc="-1" strike="noStrike">
              <a:solidFill>
                <a:srgbClr val="000000"/>
              </a:solidFill>
              <a:latin typeface="Arial"/>
            </a:endParaRPr>
          </a:p>
        </p:txBody>
      </p:sp>
      <p:sp>
        <p:nvSpPr>
          <p:cNvPr id="890" name="Rectangle 18"/>
          <p:cNvSpPr/>
          <p:nvPr/>
        </p:nvSpPr>
        <p:spPr>
          <a:xfrm>
            <a:off x="1833840" y="2985120"/>
            <a:ext cx="201132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2d2d2d"/>
                </a:solidFill>
                <a:latin typeface="Tahoma"/>
              </a:rPr>
              <a:t>ML / Deep Learning</a:t>
            </a:r>
            <a:endParaRPr b="0" lang="en-US" sz="1600" spc="-1" strike="noStrike">
              <a:solidFill>
                <a:srgbClr val="000000"/>
              </a:solidFill>
              <a:latin typeface="Arial"/>
            </a:endParaRPr>
          </a:p>
        </p:txBody>
      </p:sp>
      <p:sp>
        <p:nvSpPr>
          <p:cNvPr id="891" name="Rectangle 20"/>
          <p:cNvSpPr/>
          <p:nvPr/>
        </p:nvSpPr>
        <p:spPr>
          <a:xfrm>
            <a:off x="4028400" y="2985120"/>
            <a:ext cx="233136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600" spc="-1" strike="noStrike">
                <a:solidFill>
                  <a:srgbClr val="2d2d2d"/>
                </a:solidFill>
                <a:latin typeface="Tahoma"/>
              </a:rPr>
              <a:t>Learned patterns and features</a:t>
            </a:r>
            <a:endParaRPr b="0" lang="en-US" sz="1600" spc="-1" strike="noStrike">
              <a:solidFill>
                <a:srgbClr val="000000"/>
              </a:solidFill>
              <a:latin typeface="Arial"/>
            </a:endParaRPr>
          </a:p>
        </p:txBody>
      </p:sp>
      <p:sp>
        <p:nvSpPr>
          <p:cNvPr id="892" name="Rectangle 22"/>
          <p:cNvSpPr/>
          <p:nvPr/>
        </p:nvSpPr>
        <p:spPr>
          <a:xfrm>
            <a:off x="6588720" y="2985120"/>
            <a:ext cx="324576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600" spc="-1" strike="noStrike">
                <a:solidFill>
                  <a:srgbClr val="2d2d2d"/>
                </a:solidFill>
                <a:latin typeface="Tahoma"/>
              </a:rPr>
              <a:t>Limited </a:t>
            </a:r>
            <a:r>
              <a:rPr b="0" lang="en-IE" sz="1600" spc="-1" strike="noStrike">
                <a:solidFill>
                  <a:srgbClr val="2d2d2d"/>
                </a:solidFill>
                <a:latin typeface="Tahoma"/>
              </a:rPr>
              <a:t>explainability</a:t>
            </a:r>
            <a:endParaRPr b="0" lang="en-US" sz="1600" spc="-1" strike="noStrike">
              <a:solidFill>
                <a:srgbClr val="000000"/>
              </a:solidFill>
              <a:latin typeface="Arial"/>
            </a:endParaRPr>
          </a:p>
        </p:txBody>
      </p:sp>
      <p:sp>
        <p:nvSpPr>
          <p:cNvPr id="893" name="Rectangle 24"/>
          <p:cNvSpPr/>
          <p:nvPr/>
        </p:nvSpPr>
        <p:spPr>
          <a:xfrm>
            <a:off x="1833840" y="3762360"/>
            <a:ext cx="201132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2d2d2d"/>
                </a:solidFill>
                <a:latin typeface="Tahoma"/>
              </a:rPr>
              <a:t>LLMs</a:t>
            </a:r>
            <a:endParaRPr b="0" lang="en-US" sz="1600" spc="-1" strike="noStrike">
              <a:solidFill>
                <a:srgbClr val="000000"/>
              </a:solidFill>
              <a:latin typeface="Arial"/>
            </a:endParaRPr>
          </a:p>
        </p:txBody>
      </p:sp>
      <p:sp>
        <p:nvSpPr>
          <p:cNvPr id="894" name="Rectangle 26"/>
          <p:cNvSpPr/>
          <p:nvPr/>
        </p:nvSpPr>
        <p:spPr>
          <a:xfrm>
            <a:off x="4028400" y="3762360"/>
            <a:ext cx="233136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500" spc="-1" strike="noStrike">
                <a:solidFill>
                  <a:srgbClr val="2d2d2d"/>
                </a:solidFill>
                <a:latin typeface="Tahoma"/>
              </a:rPr>
              <a:t>Language, context and persuasion</a:t>
            </a:r>
            <a:endParaRPr b="0" lang="en-US" sz="1500" spc="-1" strike="noStrike">
              <a:solidFill>
                <a:srgbClr val="000000"/>
              </a:solidFill>
              <a:latin typeface="Arial"/>
            </a:endParaRPr>
          </a:p>
        </p:txBody>
      </p:sp>
      <p:sp>
        <p:nvSpPr>
          <p:cNvPr id="895" name="Rectangle 28"/>
          <p:cNvSpPr/>
          <p:nvPr/>
        </p:nvSpPr>
        <p:spPr>
          <a:xfrm>
            <a:off x="6588720" y="3762360"/>
            <a:ext cx="3245760" cy="712800"/>
          </a:xfrm>
          <a:prstGeom prst="rect">
            <a:avLst/>
          </a:prstGeom>
          <a:solidFill>
            <a:srgbClr val="f5f6f8"/>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600" spc="-1" strike="noStrike">
                <a:solidFill>
                  <a:srgbClr val="2d2d2d"/>
                </a:solidFill>
                <a:latin typeface="Tahoma"/>
              </a:rPr>
              <a:t>Single-model analysis</a:t>
            </a:r>
            <a:endParaRPr b="0" lang="en-US" sz="1600" spc="-1" strike="noStrike">
              <a:solidFill>
                <a:srgbClr val="000000"/>
              </a:solidFill>
              <a:latin typeface="Arial"/>
            </a:endParaRPr>
          </a:p>
        </p:txBody>
      </p:sp>
      <p:sp>
        <p:nvSpPr>
          <p:cNvPr id="896" name="Rectangle 30"/>
          <p:cNvSpPr/>
          <p:nvPr/>
        </p:nvSpPr>
        <p:spPr>
          <a:xfrm>
            <a:off x="1833840" y="4539600"/>
            <a:ext cx="201132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2d2d2d"/>
                </a:solidFill>
                <a:latin typeface="Tahoma"/>
              </a:rPr>
              <a:t>Agentic AI</a:t>
            </a:r>
            <a:endParaRPr b="0" lang="en-US" sz="1600" spc="-1" strike="noStrike">
              <a:solidFill>
                <a:srgbClr val="000000"/>
              </a:solidFill>
              <a:latin typeface="Arial"/>
            </a:endParaRPr>
          </a:p>
        </p:txBody>
      </p:sp>
      <p:sp>
        <p:nvSpPr>
          <p:cNvPr id="897" name="Rectangle 32"/>
          <p:cNvSpPr/>
          <p:nvPr/>
        </p:nvSpPr>
        <p:spPr>
          <a:xfrm>
            <a:off x="4028400" y="4539600"/>
            <a:ext cx="233136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500" spc="-1" strike="noStrike">
                <a:solidFill>
                  <a:srgbClr val="2d2d2d"/>
                </a:solidFill>
                <a:latin typeface="Tahoma"/>
              </a:rPr>
              <a:t>Multiple specialised perspectives</a:t>
            </a:r>
            <a:endParaRPr b="0" lang="en-US" sz="1500" spc="-1" strike="noStrike">
              <a:solidFill>
                <a:srgbClr val="000000"/>
              </a:solidFill>
              <a:latin typeface="Arial"/>
            </a:endParaRPr>
          </a:p>
        </p:txBody>
      </p:sp>
      <p:sp>
        <p:nvSpPr>
          <p:cNvPr id="898" name="Rectangle 34"/>
          <p:cNvSpPr/>
          <p:nvPr/>
        </p:nvSpPr>
        <p:spPr>
          <a:xfrm>
            <a:off x="6588720" y="4539600"/>
            <a:ext cx="3245760" cy="712800"/>
          </a:xfrm>
          <a:prstGeom prst="rect">
            <a:avLst/>
          </a:prstGeom>
          <a:solidFill>
            <a:srgbClr val="ffffff"/>
          </a:solidFill>
          <a:ln>
            <a:solidFill>
              <a:srgbClr val="dcdcdc"/>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0" lang="en-US" sz="1500" spc="-1" strike="noStrike">
                <a:solidFill>
                  <a:srgbClr val="2d2d2d"/>
                </a:solidFill>
                <a:latin typeface="Tahoma"/>
              </a:rPr>
              <a:t>Architectural contribution unclear</a:t>
            </a:r>
            <a:endParaRPr b="0" lang="en-US" sz="1500" spc="-1" strike="noStrike">
              <a:solidFill>
                <a:srgbClr val="000000"/>
              </a:solidFill>
              <a:latin typeface="Arial"/>
            </a:endParaRPr>
          </a:p>
        </p:txBody>
      </p:sp>
      <p:sp>
        <p:nvSpPr>
          <p:cNvPr id="899" name="Rounded Rectangle 17"/>
          <p:cNvSpPr/>
          <p:nvPr/>
        </p:nvSpPr>
        <p:spPr>
          <a:xfrm>
            <a:off x="2336760" y="5462280"/>
            <a:ext cx="7040520" cy="63972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ffffff"/>
                </a:solidFill>
                <a:latin typeface="Tahoma"/>
              </a:rPr>
              <a:t>Detection has moved from known patterns towards analysing meaning and intent.</a:t>
            </a:r>
            <a:endParaRPr b="0" lang="en-US" sz="1800" spc="-1" strike="noStrike">
              <a:solidFill>
                <a:srgbClr val="ffffff"/>
              </a:solidFill>
              <a:latin typeface="Arial"/>
            </a:endParaRPr>
          </a:p>
        </p:txBody>
      </p:sp>
      <p:sp>
        <p:nvSpPr>
          <p:cNvPr id="900" name="TextBox 38"/>
          <p:cNvSpPr/>
          <p:nvPr/>
        </p:nvSpPr>
        <p:spPr>
          <a:xfrm>
            <a:off x="1833840" y="6239520"/>
            <a:ext cx="8046360" cy="191880"/>
          </a:xfrm>
          <a:prstGeom prst="rect">
            <a:avLst/>
          </a:prstGeom>
          <a:noFill/>
          <a:ln w="0">
            <a:noFill/>
          </a:ln>
        </p:spPr>
        <p:style>
          <a:lnRef idx="0"/>
          <a:fillRef idx="0"/>
          <a:effectRef idx="0"/>
          <a:fontRef idx="minor"/>
        </p:style>
        <p:txBody>
          <a:bodyPr lIns="54720" rIns="54720" tIns="27360" bIns="27360" anchor="t">
            <a:spAutoFit/>
          </a:bodyPr>
          <a:p>
            <a:pPr defTabSz="457200">
              <a:lnSpc>
                <a:spcPct val="100000"/>
              </a:lnSpc>
            </a:pPr>
            <a:r>
              <a:rPr b="0" lang="en-US" sz="900" spc="-1" strike="noStrike">
                <a:solidFill>
                  <a:srgbClr val="696969"/>
                </a:solidFill>
                <a:latin typeface="Tahoma"/>
              </a:rPr>
              <a:t>Key literature: Garera et al.; Karim et al.; Tooher &amp; Lallie; Zhang et al.; Onwuegbuche et al.; Xue et al.</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Research Question</a:t>
            </a:r>
            <a:endParaRPr b="0" lang="en-US" sz="4400" spc="-1" strike="noStrike">
              <a:solidFill>
                <a:schemeClr val="dk1"/>
              </a:solidFill>
              <a:latin typeface="Tw Cen MT"/>
            </a:endParaRPr>
          </a:p>
        </p:txBody>
      </p:sp>
      <p:sp>
        <p:nvSpPr>
          <p:cNvPr id="902" name="Rounded Rectangle 2"/>
          <p:cNvSpPr/>
          <p:nvPr/>
        </p:nvSpPr>
        <p:spPr>
          <a:xfrm>
            <a:off x="2116800" y="1857960"/>
            <a:ext cx="7954920" cy="1083240"/>
          </a:xfrm>
          <a:prstGeom prst="roundRect">
            <a:avLst>
              <a:gd name="adj" fmla="val 16667"/>
            </a:avLst>
          </a:prstGeom>
          <a:solidFill>
            <a:srgbClr val="1f375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300" spc="-1" strike="noStrike">
                <a:solidFill>
                  <a:srgbClr val="ffffff"/>
                </a:solidFill>
                <a:latin typeface="Tahoma"/>
              </a:rPr>
              <a:t>How do agent specialisation, multi-agent coordination and RAG affect phishing email detection performance?</a:t>
            </a:r>
            <a:endParaRPr b="0" lang="en-US" sz="2300" spc="-1" strike="noStrike">
              <a:solidFill>
                <a:srgbClr val="ffffff"/>
              </a:solidFill>
              <a:latin typeface="Arial"/>
            </a:endParaRPr>
          </a:p>
        </p:txBody>
      </p:sp>
      <p:sp>
        <p:nvSpPr>
          <p:cNvPr id="903" name="Rounded Rectangle 4"/>
          <p:cNvSpPr/>
          <p:nvPr/>
        </p:nvSpPr>
        <p:spPr>
          <a:xfrm>
            <a:off x="6418440" y="3124440"/>
            <a:ext cx="3748680" cy="1828440"/>
          </a:xfrm>
          <a:prstGeom prst="roundRect">
            <a:avLst>
              <a:gd name="adj" fmla="val 16667"/>
            </a:avLst>
          </a:prstGeom>
          <a:solidFill>
            <a:srgbClr val="f5f6f8"/>
          </a:solidFill>
          <a:ln>
            <a:solidFill>
              <a:srgbClr val="335b74">
                <a:lumMod val="50000"/>
              </a:srgbClr>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US" sz="1600" spc="-1" strike="noStrike">
                <a:solidFill>
                  <a:srgbClr val="1f3754"/>
                </a:solidFill>
                <a:latin typeface="Tahoma"/>
              </a:rPr>
              <a:t>Held constant</a:t>
            </a:r>
            <a:endParaRPr b="0" lang="en-US" sz="16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Llama 3.1 8B</a:t>
            </a:r>
            <a:br>
              <a:rPr sz="1600"/>
            </a:br>
            <a:r>
              <a:rPr b="0" lang="en-US" sz="1600" spc="-1" strike="noStrike">
                <a:solidFill>
                  <a:srgbClr val="1f3754"/>
                </a:solidFill>
                <a:latin typeface="Tahoma"/>
              </a:rPr>
              <a:t>Dataset </a:t>
            </a:r>
            <a:r>
              <a:rPr b="0" lang="en-IE" sz="1600" spc="-1" strike="noStrike">
                <a:solidFill>
                  <a:srgbClr val="1f3754"/>
                </a:solidFill>
                <a:latin typeface="Tahoma"/>
              </a:rPr>
              <a:t>-</a:t>
            </a:r>
            <a:r>
              <a:rPr b="0" lang="en-US" sz="1600" spc="-1" strike="noStrike">
                <a:solidFill>
                  <a:srgbClr val="1f3754"/>
                </a:solidFill>
                <a:latin typeface="Tahoma"/>
              </a:rPr>
              <a:t> preprocessing </a:t>
            </a:r>
            <a:r>
              <a:rPr b="0" lang="en-IE" sz="1600" spc="-1" strike="noStrike">
                <a:solidFill>
                  <a:srgbClr val="1f3754"/>
                </a:solidFill>
                <a:latin typeface="Tahoma"/>
              </a:rPr>
              <a:t>-</a:t>
            </a:r>
            <a:r>
              <a:rPr b="0" lang="en-US" sz="1600" spc="-1" strike="noStrike">
                <a:solidFill>
                  <a:srgbClr val="1f3754"/>
                </a:solidFill>
                <a:latin typeface="Tahoma"/>
              </a:rPr>
              <a:t> prompting</a:t>
            </a:r>
            <a:br>
              <a:rPr sz="1600"/>
            </a:br>
            <a:r>
              <a:rPr b="0" lang="en-US" sz="1600" spc="-1" strike="noStrike">
                <a:solidFill>
                  <a:srgbClr val="1f3754"/>
                </a:solidFill>
                <a:latin typeface="Tahoma"/>
              </a:rPr>
              <a:t>Evaluation framework</a:t>
            </a:r>
            <a:endParaRPr b="0" lang="en-US" sz="1600" spc="-1" strike="noStrike">
              <a:solidFill>
                <a:srgbClr val="000000"/>
              </a:solidFill>
              <a:latin typeface="Arial"/>
            </a:endParaRPr>
          </a:p>
        </p:txBody>
      </p:sp>
      <p:sp>
        <p:nvSpPr>
          <p:cNvPr id="904" name="Rounded Rectangle 5"/>
          <p:cNvSpPr/>
          <p:nvPr/>
        </p:nvSpPr>
        <p:spPr>
          <a:xfrm>
            <a:off x="2116800" y="5302080"/>
            <a:ext cx="7954920" cy="71280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ffffff"/>
                </a:solidFill>
                <a:latin typeface="Tahoma"/>
              </a:rPr>
              <a:t>Primary metric: Macro F1</a:t>
            </a:r>
            <a:endParaRPr b="0" lang="en-US" sz="2200" spc="-1" strike="noStrike">
              <a:solidFill>
                <a:srgbClr val="ffffff"/>
              </a:solidFill>
              <a:latin typeface="Arial"/>
            </a:endParaRPr>
          </a:p>
        </p:txBody>
      </p:sp>
      <p:sp>
        <p:nvSpPr>
          <p:cNvPr id="905" name="TextBox 12"/>
          <p:cNvSpPr/>
          <p:nvPr/>
        </p:nvSpPr>
        <p:spPr>
          <a:xfrm>
            <a:off x="2024280" y="6146640"/>
            <a:ext cx="7772040" cy="313560"/>
          </a:xfrm>
          <a:prstGeom prst="rect">
            <a:avLst/>
          </a:prstGeom>
          <a:noFill/>
          <a:ln w="0">
            <a:noFill/>
          </a:ln>
        </p:spPr>
        <p:style>
          <a:lnRef idx="0"/>
          <a:fillRef idx="0"/>
          <a:effectRef idx="0"/>
          <a:fontRef idx="minor"/>
        </p:style>
        <p:txBody>
          <a:bodyPr lIns="54720" rIns="54720" tIns="27360" bIns="27360" anchor="t">
            <a:spAutoFit/>
          </a:bodyPr>
          <a:p>
            <a:pPr algn="ctr" defTabSz="457200">
              <a:lnSpc>
                <a:spcPct val="100000"/>
              </a:lnSpc>
            </a:pPr>
            <a:r>
              <a:rPr b="0" lang="en-US" sz="1700" spc="-1" strike="noStrike">
                <a:solidFill>
                  <a:srgbClr val="ffffff"/>
                </a:solidFill>
                <a:latin typeface="Tahoma"/>
              </a:rPr>
              <a:t>Precision, recall and confusion matrices provide supporting analysis.</a:t>
            </a:r>
            <a:endParaRPr b="0" lang="en-US" sz="1700" spc="-1" strike="noStrike">
              <a:solidFill>
                <a:srgbClr val="ffffff"/>
              </a:solidFill>
              <a:latin typeface="Arial"/>
            </a:endParaRPr>
          </a:p>
        </p:txBody>
      </p:sp>
      <p:sp>
        <p:nvSpPr>
          <p:cNvPr id="906" name="Rounded Rectangle 2"/>
          <p:cNvSpPr/>
          <p:nvPr/>
        </p:nvSpPr>
        <p:spPr>
          <a:xfrm>
            <a:off x="2161440" y="3124440"/>
            <a:ext cx="3748680" cy="1828440"/>
          </a:xfrm>
          <a:prstGeom prst="roundRect">
            <a:avLst>
              <a:gd name="adj" fmla="val 16667"/>
            </a:avLst>
          </a:prstGeom>
          <a:solidFill>
            <a:srgbClr val="f5f6f8"/>
          </a:solidFill>
          <a:ln>
            <a:solidFill>
              <a:srgbClr val="335b74">
                <a:lumMod val="50000"/>
              </a:srgbClr>
            </a:solidFill>
            <a:round/>
          </a:ln>
        </p:spPr>
        <p:style>
          <a:lnRef idx="1">
            <a:schemeClr val="accent1"/>
          </a:lnRef>
          <a:fillRef idx="3">
            <a:schemeClr val="accent1"/>
          </a:fillRef>
          <a:effectRef idx="2">
            <a:schemeClr val="accent1"/>
          </a:effectRef>
          <a:fontRef idx="minor"/>
        </p:style>
        <p:txBody>
          <a:bodyPr lIns="73080" rIns="73080" tIns="45000" bIns="45000" anchor="ctr">
            <a:noAutofit/>
          </a:bodyPr>
          <a:p>
            <a:pPr algn="ctr" defTabSz="457200">
              <a:lnSpc>
                <a:spcPct val="100000"/>
              </a:lnSpc>
            </a:pPr>
            <a:r>
              <a:rPr b="1" lang="en-GB" sz="1600" spc="-1" strike="noStrike">
                <a:solidFill>
                  <a:srgbClr val="1f3754"/>
                </a:solidFill>
                <a:latin typeface="Tahoma"/>
              </a:rPr>
              <a:t>Changed</a:t>
            </a:r>
            <a:endParaRPr b="0" lang="en-US" sz="1600" spc="-1" strike="noStrike">
              <a:solidFill>
                <a:srgbClr val="000000"/>
              </a:solidFill>
              <a:latin typeface="Arial"/>
            </a:endParaRPr>
          </a:p>
          <a:p>
            <a:pPr algn="ctr" defTabSz="457200">
              <a:lnSpc>
                <a:spcPct val="100000"/>
              </a:lnSpc>
            </a:pPr>
            <a:r>
              <a:rPr b="0" lang="en-GB" sz="1600" spc="-1" strike="noStrike">
                <a:solidFill>
                  <a:srgbClr val="1f3754"/>
                </a:solidFill>
                <a:latin typeface="Tahoma"/>
              </a:rPr>
              <a:t>Agent composition</a:t>
            </a:r>
            <a:br>
              <a:rPr sz="1600"/>
            </a:br>
            <a:r>
              <a:rPr b="0" lang="en-GB" sz="1600" spc="-1" strike="noStrike">
                <a:solidFill>
                  <a:srgbClr val="1f3754"/>
                </a:solidFill>
                <a:latin typeface="Tahoma"/>
              </a:rPr>
              <a:t>RAG configuration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title"/>
          </p:nvPr>
        </p:nvSpPr>
        <p:spPr>
          <a:xfrm>
            <a:off x="1143000" y="31032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System Architecture</a:t>
            </a:r>
            <a:endParaRPr b="0" lang="en-US" sz="4400" spc="-1" strike="noStrike">
              <a:solidFill>
                <a:schemeClr val="dk1"/>
              </a:solidFill>
              <a:latin typeface="Tw Cen MT"/>
            </a:endParaRPr>
          </a:p>
        </p:txBody>
      </p:sp>
      <p:sp>
        <p:nvSpPr>
          <p:cNvPr id="908" name="Rounded Rectangle 2"/>
          <p:cNvSpPr/>
          <p:nvPr/>
        </p:nvSpPr>
        <p:spPr>
          <a:xfrm>
            <a:off x="1447920" y="1691640"/>
            <a:ext cx="2422800" cy="3474360"/>
          </a:xfrm>
          <a:prstGeom prst="roundRect">
            <a:avLst>
              <a:gd name="adj" fmla="val 16667"/>
            </a:avLst>
          </a:prstGeom>
          <a:solidFill>
            <a:srgbClr val="e8f1f9"/>
          </a:solidFill>
          <a:ln w="19050">
            <a:solidFill>
              <a:srgbClr val="2f5f91"/>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2000" spc="-1" strike="noStrike">
                <a:solidFill>
                  <a:srgbClr val="2f5f91"/>
                </a:solidFill>
                <a:latin typeface="Tahoma"/>
              </a:rPr>
              <a:t>① </a:t>
            </a:r>
            <a:r>
              <a:rPr b="1" lang="en-US" sz="2000" spc="-1" strike="noStrike">
                <a:solidFill>
                  <a:srgbClr val="2f5f91"/>
                </a:solidFill>
                <a:latin typeface="Tahoma"/>
              </a:rPr>
              <a:t>Binary Baseline</a:t>
            </a:r>
            <a:endParaRPr b="0" lang="en-US" sz="2000" spc="-1" strike="noStrike">
              <a:solidFill>
                <a:srgbClr val="000000"/>
              </a:solidFill>
              <a:latin typeface="Arial"/>
            </a:endParaRPr>
          </a:p>
          <a:p>
            <a:pPr algn="ctr" defTabSz="457200">
              <a:lnSpc>
                <a:spcPct val="100000"/>
              </a:lnSpc>
            </a:pPr>
            <a:endParaRPr b="0" lang="en-US" sz="2000" spc="-1" strike="noStrike">
              <a:solidFill>
                <a:srgbClr val="000000"/>
              </a:solidFill>
              <a:latin typeface="Arial"/>
            </a:endParaRPr>
          </a:p>
          <a:p>
            <a:pPr algn="ctr" defTabSz="457200">
              <a:lnSpc>
                <a:spcPct val="100000"/>
              </a:lnSpc>
            </a:pPr>
            <a:r>
              <a:rPr b="0" lang="en-US" sz="1700" spc="-1" strike="noStrike">
                <a:solidFill>
                  <a:srgbClr val="2d2d2d"/>
                </a:solidFill>
                <a:latin typeface="Tahoma"/>
              </a:rPr>
              <a:t>One </a:t>
            </a:r>
            <a:r>
              <a:rPr b="0" lang="en-IE" sz="1700" spc="-1" strike="noStrike">
                <a:solidFill>
                  <a:srgbClr val="2d2d2d"/>
                </a:solidFill>
                <a:latin typeface="Tahoma"/>
              </a:rPr>
              <a:t>binary</a:t>
            </a:r>
            <a:r>
              <a:rPr b="0" lang="en-US" sz="1700" spc="-1" strike="noStrike">
                <a:solidFill>
                  <a:srgbClr val="2d2d2d"/>
                </a:solidFill>
                <a:latin typeface="Tahoma"/>
              </a:rPr>
              <a:t> agent</a:t>
            </a:r>
            <a:br>
              <a:rPr sz="1700"/>
            </a:br>
            <a:br>
              <a:rPr sz="1700"/>
            </a:br>
            <a:r>
              <a:rPr b="0" lang="en-US" sz="1700" spc="-1" strike="noStrike">
                <a:solidFill>
                  <a:srgbClr val="2d2d2d"/>
                </a:solidFill>
                <a:latin typeface="Tahoma"/>
              </a:rPr>
              <a:t>Analyses all phishing indicators</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Classification</a:t>
            </a:r>
            <a:endParaRPr b="0" lang="en-US" sz="1700" spc="-1" strike="noStrike">
              <a:solidFill>
                <a:srgbClr val="000000"/>
              </a:solidFill>
              <a:latin typeface="Arial"/>
            </a:endParaRPr>
          </a:p>
        </p:txBody>
      </p:sp>
      <p:sp>
        <p:nvSpPr>
          <p:cNvPr id="909" name="Rounded Rectangle 3"/>
          <p:cNvSpPr/>
          <p:nvPr/>
        </p:nvSpPr>
        <p:spPr>
          <a:xfrm>
            <a:off x="4381560" y="1689120"/>
            <a:ext cx="2697120" cy="3474360"/>
          </a:xfrm>
          <a:prstGeom prst="roundRect">
            <a:avLst>
              <a:gd name="adj" fmla="val 16667"/>
            </a:avLst>
          </a:prstGeom>
          <a:solidFill>
            <a:srgbClr val="e8f5ec"/>
          </a:solidFill>
          <a:ln w="19050">
            <a:solidFill>
              <a:srgbClr val="377655"/>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2000" spc="-1" strike="noStrike">
                <a:solidFill>
                  <a:srgbClr val="377655"/>
                </a:solidFill>
                <a:latin typeface="Tahoma"/>
              </a:rPr>
              <a:t>② </a:t>
            </a:r>
            <a:r>
              <a:rPr b="1" lang="en-US" sz="2000" spc="-1" strike="noStrike">
                <a:solidFill>
                  <a:srgbClr val="377655"/>
                </a:solidFill>
                <a:latin typeface="Tahoma"/>
              </a:rPr>
              <a:t>Multi-Specialist</a:t>
            </a:r>
            <a:endParaRPr b="0" lang="en-US" sz="2000" spc="-1" strike="noStrike">
              <a:solidFill>
                <a:srgbClr val="000000"/>
              </a:solidFill>
              <a:latin typeface="Arial"/>
            </a:endParaRPr>
          </a:p>
          <a:p>
            <a:pPr algn="ctr" defTabSz="457200">
              <a:lnSpc>
                <a:spcPct val="100000"/>
              </a:lnSpc>
            </a:pPr>
            <a:endParaRPr b="0" lang="en-US" sz="2000" spc="-1" strike="noStrike">
              <a:solidFill>
                <a:srgbClr val="000000"/>
              </a:solidFill>
              <a:latin typeface="Arial"/>
            </a:endParaRPr>
          </a:p>
          <a:p>
            <a:pPr algn="ctr" defTabSz="457200">
              <a:lnSpc>
                <a:spcPct val="100000"/>
              </a:lnSpc>
            </a:pPr>
            <a:r>
              <a:rPr b="0" lang="en-US" sz="1700" spc="-1" strike="noStrike">
                <a:solidFill>
                  <a:srgbClr val="2d2d2d"/>
                </a:solidFill>
                <a:latin typeface="Tahoma"/>
              </a:rPr>
              <a:t>Technical</a:t>
            </a:r>
            <a:br>
              <a:rPr sz="1700"/>
            </a:br>
            <a:r>
              <a:rPr b="0" lang="en-US" sz="1700" spc="-1" strike="noStrike">
                <a:solidFill>
                  <a:srgbClr val="2d2d2d"/>
                </a:solidFill>
                <a:latin typeface="Tahoma"/>
              </a:rPr>
              <a:t>Linguistic</a:t>
            </a:r>
            <a:br>
              <a:rPr sz="1700"/>
            </a:br>
            <a:r>
              <a:rPr b="0" lang="en-US" sz="1700" spc="-1" strike="noStrike">
                <a:solidFill>
                  <a:srgbClr val="2d2d2d"/>
                </a:solidFill>
                <a:latin typeface="Tahoma"/>
              </a:rPr>
              <a:t>Sentiment</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COORDINATOR</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Classification</a:t>
            </a:r>
            <a:endParaRPr b="0" lang="en-US" sz="1700" spc="-1" strike="noStrike">
              <a:solidFill>
                <a:srgbClr val="000000"/>
              </a:solidFill>
              <a:latin typeface="Arial"/>
            </a:endParaRPr>
          </a:p>
        </p:txBody>
      </p:sp>
      <p:sp>
        <p:nvSpPr>
          <p:cNvPr id="910" name="Rounded Rectangle 4"/>
          <p:cNvSpPr/>
          <p:nvPr/>
        </p:nvSpPr>
        <p:spPr>
          <a:xfrm>
            <a:off x="7589520" y="1746360"/>
            <a:ext cx="2742840" cy="3417120"/>
          </a:xfrm>
          <a:prstGeom prst="roundRect">
            <a:avLst>
              <a:gd name="adj" fmla="val 16667"/>
            </a:avLst>
          </a:prstGeom>
          <a:solidFill>
            <a:srgbClr val="faefe2"/>
          </a:solidFill>
          <a:ln w="19050">
            <a:solidFill>
              <a:srgbClr val="c4702d"/>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2000" spc="-1" strike="noStrike">
                <a:solidFill>
                  <a:srgbClr val="c4702d"/>
                </a:solidFill>
                <a:latin typeface="Tahoma"/>
              </a:rPr>
              <a:t>③ </a:t>
            </a:r>
            <a:r>
              <a:rPr b="1" lang="en-US" sz="2000" spc="-1" strike="noStrike">
                <a:solidFill>
                  <a:srgbClr val="c4702d"/>
                </a:solidFill>
                <a:latin typeface="Tahoma"/>
              </a:rPr>
              <a:t>RAG Augmentation</a:t>
            </a:r>
            <a:endParaRPr b="0" lang="en-US" sz="2000" spc="-1" strike="noStrike">
              <a:solidFill>
                <a:srgbClr val="000000"/>
              </a:solidFill>
              <a:latin typeface="Arial"/>
            </a:endParaRPr>
          </a:p>
          <a:p>
            <a:pPr algn="ctr" defTabSz="457200">
              <a:lnSpc>
                <a:spcPct val="100000"/>
              </a:lnSpc>
            </a:pPr>
            <a:endParaRPr b="0" lang="en-US" sz="2000" spc="-1" strike="noStrike">
              <a:solidFill>
                <a:srgbClr val="000000"/>
              </a:solidFill>
              <a:latin typeface="Arial"/>
            </a:endParaRPr>
          </a:p>
          <a:p>
            <a:pPr algn="ctr" defTabSz="457200">
              <a:lnSpc>
                <a:spcPct val="100000"/>
              </a:lnSpc>
            </a:pPr>
            <a:r>
              <a:rPr b="0" lang="en-US" sz="1700" spc="-1" strike="noStrike">
                <a:solidFill>
                  <a:srgbClr val="2d2d2d"/>
                </a:solidFill>
                <a:latin typeface="Tahoma"/>
              </a:rPr>
              <a:t>Retrieved examples</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Specialist architecture</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COORDINATOR</a:t>
            </a:r>
            <a:br>
              <a:rPr sz="1700"/>
            </a:br>
            <a:r>
              <a:rPr b="0" lang="en-US" sz="1700" spc="-1" strike="noStrike">
                <a:solidFill>
                  <a:srgbClr val="2d2d2d"/>
                </a:solidFill>
                <a:latin typeface="Tahoma"/>
              </a:rPr>
              <a:t>↓</a:t>
            </a:r>
            <a:br>
              <a:rPr sz="1700"/>
            </a:br>
            <a:r>
              <a:rPr b="0" lang="en-US" sz="1700" spc="-1" strike="noStrike">
                <a:solidFill>
                  <a:srgbClr val="2d2d2d"/>
                </a:solidFill>
                <a:latin typeface="Tahoma"/>
              </a:rPr>
              <a:t>Classification</a:t>
            </a:r>
            <a:endParaRPr b="0" lang="en-US" sz="1700" spc="-1" strike="noStrike">
              <a:solidFill>
                <a:srgbClr val="000000"/>
              </a:solidFill>
              <a:latin typeface="Arial"/>
            </a:endParaRPr>
          </a:p>
        </p:txBody>
      </p:sp>
      <p:sp>
        <p:nvSpPr>
          <p:cNvPr id="911" name="Rounded Rectangle 5"/>
          <p:cNvSpPr/>
          <p:nvPr/>
        </p:nvSpPr>
        <p:spPr>
          <a:xfrm>
            <a:off x="2141280" y="5365080"/>
            <a:ext cx="7177680" cy="65808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100" spc="-1" strike="noStrike">
                <a:solidFill>
                  <a:srgbClr val="ffffff"/>
                </a:solidFill>
                <a:latin typeface="Tahoma"/>
              </a:rPr>
              <a:t>Same model · Same dataset · Architecture changes</a:t>
            </a:r>
            <a:endParaRPr b="0" lang="en-US" sz="2100" spc="-1" strike="noStrike">
              <a:solidFill>
                <a:srgbClr val="ffffff"/>
              </a:solidFill>
              <a:latin typeface="Arial"/>
            </a:endParaRPr>
          </a:p>
        </p:txBody>
      </p:sp>
      <p:sp>
        <p:nvSpPr>
          <p:cNvPr id="912" name="TextBox 14"/>
          <p:cNvSpPr/>
          <p:nvPr/>
        </p:nvSpPr>
        <p:spPr>
          <a:xfrm>
            <a:off x="1578240" y="6291720"/>
            <a:ext cx="8046360" cy="207000"/>
          </a:xfrm>
          <a:prstGeom prst="rect">
            <a:avLst/>
          </a:prstGeom>
          <a:noFill/>
          <a:ln w="0">
            <a:noFill/>
          </a:ln>
        </p:spPr>
        <p:style>
          <a:lnRef idx="0"/>
          <a:fillRef idx="0"/>
          <a:effectRef idx="0"/>
          <a:fontRef idx="minor"/>
        </p:style>
        <p:txBody>
          <a:bodyPr lIns="54720" rIns="54720" tIns="27360" bIns="27360" anchor="t">
            <a:spAutoFit/>
          </a:bodyPr>
          <a:p>
            <a:pPr algn="ctr" defTabSz="457200">
              <a:lnSpc>
                <a:spcPct val="100000"/>
              </a:lnSpc>
            </a:pPr>
            <a:r>
              <a:rPr b="0" lang="en-US" sz="1000" spc="-1" strike="noStrike">
                <a:solidFill>
                  <a:srgbClr val="696969"/>
                </a:solidFill>
                <a:latin typeface="Tahoma"/>
              </a:rPr>
              <a:t>Llama 3.1 8B · LangGraph · RAG uses ChromaDB retrieval</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Methodology</a:t>
            </a:r>
            <a:endParaRPr b="0" lang="en-US" sz="4400" spc="-1" strike="noStrike">
              <a:solidFill>
                <a:schemeClr val="dk1"/>
              </a:solidFill>
              <a:latin typeface="Tw Cen MT"/>
            </a:endParaRPr>
          </a:p>
        </p:txBody>
      </p:sp>
      <p:sp>
        <p:nvSpPr>
          <p:cNvPr id="914" name="Rounded Rectangle 2"/>
          <p:cNvSpPr/>
          <p:nvPr/>
        </p:nvSpPr>
        <p:spPr>
          <a:xfrm>
            <a:off x="2118240" y="1976040"/>
            <a:ext cx="379440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Dataset</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Enron corpus · ~29,767 emails</a:t>
            </a:r>
            <a:br>
              <a:rPr sz="1600"/>
            </a:br>
            <a:r>
              <a:rPr b="0" lang="en-US" sz="1600" spc="-1" strike="noStrike">
                <a:solidFill>
                  <a:srgbClr val="1f3754"/>
                </a:solidFill>
                <a:latin typeface="Tahoma"/>
              </a:rPr>
              <a:t>53% legitimate / 47% phishing</a:t>
            </a:r>
            <a:br>
              <a:rPr sz="1600"/>
            </a:br>
            <a:r>
              <a:rPr b="0" lang="en-US" sz="1600" spc="-1" strike="noStrike">
                <a:solidFill>
                  <a:srgbClr val="1f3754"/>
                </a:solidFill>
                <a:latin typeface="Tahoma"/>
              </a:rPr>
              <a:t>10% RAG / 90% test</a:t>
            </a:r>
            <a:endParaRPr b="0" lang="en-US" sz="1600" spc="-1" strike="noStrike">
              <a:solidFill>
                <a:srgbClr val="000000"/>
              </a:solidFill>
              <a:latin typeface="Arial"/>
            </a:endParaRPr>
          </a:p>
        </p:txBody>
      </p:sp>
      <p:sp>
        <p:nvSpPr>
          <p:cNvPr id="915" name="Rounded Rectangle 3"/>
          <p:cNvSpPr/>
          <p:nvPr/>
        </p:nvSpPr>
        <p:spPr>
          <a:xfrm>
            <a:off x="6095880" y="2011680"/>
            <a:ext cx="379440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Model</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Llama 3.1 8B </a:t>
            </a:r>
            <a:r>
              <a:rPr b="0" lang="en-IE" sz="1600" spc="-1" strike="noStrike">
                <a:solidFill>
                  <a:srgbClr val="1f3754"/>
                </a:solidFill>
                <a:latin typeface="Tahoma"/>
              </a:rPr>
              <a:t>-</a:t>
            </a:r>
            <a:r>
              <a:rPr b="0" lang="en-US" sz="1600" spc="-1" strike="noStrike">
                <a:solidFill>
                  <a:srgbClr val="1f3754"/>
                </a:solidFill>
                <a:latin typeface="Tahoma"/>
              </a:rPr>
              <a:t> Q4_K_M via Ollama</a:t>
            </a:r>
            <a:br>
              <a:rPr sz="1600"/>
            </a:br>
            <a:r>
              <a:rPr b="0" lang="en-US" sz="1600" spc="-1" strike="noStrike">
                <a:solidFill>
                  <a:srgbClr val="1f3754"/>
                </a:solidFill>
                <a:latin typeface="Tahoma"/>
              </a:rPr>
              <a:t>Temperature 0.2 </a:t>
            </a:r>
            <a:r>
              <a:rPr b="0" lang="en-IE" sz="1600" spc="-1" strike="noStrike">
                <a:solidFill>
                  <a:srgbClr val="1f3754"/>
                </a:solidFill>
                <a:latin typeface="Tahoma"/>
              </a:rPr>
              <a:t>- </a:t>
            </a:r>
            <a:r>
              <a:rPr b="0" lang="en-US" sz="1600" spc="-1" strike="noStrike">
                <a:solidFill>
                  <a:srgbClr val="1f3754"/>
                </a:solidFill>
                <a:latin typeface="Tahoma"/>
              </a:rPr>
              <a:t>4,096-token context</a:t>
            </a:r>
            <a:endParaRPr b="0" lang="en-US" sz="1600" spc="-1" strike="noStrike">
              <a:solidFill>
                <a:srgbClr val="000000"/>
              </a:solidFill>
              <a:latin typeface="Arial"/>
            </a:endParaRPr>
          </a:p>
        </p:txBody>
      </p:sp>
      <p:sp>
        <p:nvSpPr>
          <p:cNvPr id="916" name="Rounded Rectangle 4"/>
          <p:cNvSpPr/>
          <p:nvPr/>
        </p:nvSpPr>
        <p:spPr>
          <a:xfrm>
            <a:off x="2118240" y="3657600"/>
            <a:ext cx="379440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Prompting</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Specialist roles + indicator categories</a:t>
            </a:r>
            <a:br>
              <a:rPr sz="1600"/>
            </a:br>
            <a:r>
              <a:rPr b="0" lang="en-US" sz="1600" spc="-1" strike="noStrike">
                <a:solidFill>
                  <a:srgbClr val="1f3754"/>
                </a:solidFill>
                <a:latin typeface="Tahoma"/>
              </a:rPr>
              <a:t>Structured analysis</a:t>
            </a:r>
            <a:br>
              <a:rPr sz="1600"/>
            </a:br>
            <a:r>
              <a:rPr b="0" lang="en-US" sz="1600" spc="-1" strike="noStrike">
                <a:solidFill>
                  <a:srgbClr val="1f3754"/>
                </a:solidFill>
                <a:latin typeface="Tahoma"/>
              </a:rPr>
              <a:t>Step-back prompting</a:t>
            </a:r>
            <a:endParaRPr b="0" lang="en-US" sz="1600" spc="-1" strike="noStrike">
              <a:solidFill>
                <a:srgbClr val="000000"/>
              </a:solidFill>
              <a:latin typeface="Arial"/>
            </a:endParaRPr>
          </a:p>
        </p:txBody>
      </p:sp>
      <p:sp>
        <p:nvSpPr>
          <p:cNvPr id="917" name="Rounded Rectangle 5"/>
          <p:cNvSpPr/>
          <p:nvPr/>
        </p:nvSpPr>
        <p:spPr>
          <a:xfrm>
            <a:off x="6095880" y="3657600"/>
            <a:ext cx="379440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Evaluation</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Macro F1</a:t>
            </a:r>
            <a:br>
              <a:rPr sz="1600"/>
            </a:br>
            <a:r>
              <a:rPr b="0" lang="en-US" sz="1600" spc="-1" strike="noStrike">
                <a:solidFill>
                  <a:srgbClr val="1f3754"/>
                </a:solidFill>
                <a:latin typeface="Tahoma"/>
              </a:rPr>
              <a:t>Precision / Recall</a:t>
            </a:r>
            <a:br>
              <a:rPr sz="1600"/>
            </a:br>
            <a:r>
              <a:rPr b="0" lang="en-US" sz="1600" spc="-1" strike="noStrike">
                <a:solidFill>
                  <a:srgbClr val="1f3754"/>
                </a:solidFill>
                <a:latin typeface="Tahoma"/>
              </a:rPr>
              <a:t>Confusion matrices</a:t>
            </a:r>
            <a:endParaRPr b="0" lang="en-US" sz="1600" spc="-1" strike="noStrike">
              <a:solidFill>
                <a:srgbClr val="000000"/>
              </a:solidFill>
              <a:latin typeface="Arial"/>
            </a:endParaRPr>
          </a:p>
        </p:txBody>
      </p:sp>
      <p:sp>
        <p:nvSpPr>
          <p:cNvPr id="918" name="Rounded Rectangle 6"/>
          <p:cNvSpPr/>
          <p:nvPr/>
        </p:nvSpPr>
        <p:spPr>
          <a:xfrm>
            <a:off x="2255400" y="5577840"/>
            <a:ext cx="7497720" cy="71280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100" spc="-1" strike="noStrike">
                <a:solidFill>
                  <a:srgbClr val="ffffff"/>
                </a:solidFill>
                <a:latin typeface="Tahoma"/>
              </a:rPr>
              <a:t>Identical experimental conditions across architectures</a:t>
            </a:r>
            <a:endParaRPr b="0" lang="en-US" sz="2100" spc="-1" strike="noStrike">
              <a:solidFill>
                <a:srgbClr val="ffffff"/>
              </a:solidFill>
              <a:latin typeface="Arial"/>
            </a:endParaRPr>
          </a:p>
        </p:txBody>
      </p:sp>
      <p:sp>
        <p:nvSpPr>
          <p:cNvPr id="919" name="TextBox 14"/>
          <p:cNvSpPr/>
          <p:nvPr/>
        </p:nvSpPr>
        <p:spPr>
          <a:xfrm>
            <a:off x="2255400" y="6446520"/>
            <a:ext cx="7680600" cy="282960"/>
          </a:xfrm>
          <a:prstGeom prst="rect">
            <a:avLst/>
          </a:prstGeom>
          <a:noFill/>
          <a:ln w="0">
            <a:noFill/>
          </a:ln>
        </p:spPr>
        <p:style>
          <a:lnRef idx="0"/>
          <a:fillRef idx="0"/>
          <a:effectRef idx="0"/>
          <a:fontRef idx="minor"/>
        </p:style>
        <p:txBody>
          <a:bodyPr lIns="54720" rIns="54720" tIns="27360" bIns="27360" anchor="t">
            <a:spAutoFit/>
          </a:bodyPr>
          <a:p>
            <a:pPr algn="ctr" defTabSz="457200">
              <a:lnSpc>
                <a:spcPct val="100000"/>
              </a:lnSpc>
            </a:pPr>
            <a:r>
              <a:rPr b="0" lang="en-US" sz="1500" spc="-1" strike="noStrike">
                <a:solidFill>
                  <a:srgbClr val="696969"/>
                </a:solidFill>
                <a:latin typeface="Tahoma"/>
              </a:rPr>
              <a:t>Fixed split · fixed seed · same preprocessing · same prompting framework</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Results: Baseline vs Specialists</a:t>
            </a:r>
            <a:endParaRPr b="0" lang="en-US" sz="4400" spc="-1" strike="noStrike">
              <a:solidFill>
                <a:schemeClr val="dk1"/>
              </a:solidFill>
              <a:latin typeface="Tw Cen MT"/>
            </a:endParaRPr>
          </a:p>
        </p:txBody>
      </p:sp>
      <p:graphicFrame>
        <p:nvGraphicFramePr>
          <p:cNvPr id="921" name="Content Placeholder 10"/>
          <p:cNvGraphicFramePr/>
          <p:nvPr/>
        </p:nvGraphicFramePr>
        <p:xfrm>
          <a:off x="1141560" y="1783080"/>
          <a:ext cx="9905760" cy="2889720"/>
        </p:xfrm>
        <a:graphic>
          <a:graphicData uri="http://schemas.openxmlformats.org/drawingml/2006/table">
            <a:tbl>
              <a:tblPr/>
              <a:tblGrid>
                <a:gridCol w="2734200"/>
                <a:gridCol w="813600"/>
                <a:gridCol w="925200"/>
                <a:gridCol w="1248120"/>
                <a:gridCol w="1114200"/>
                <a:gridCol w="1449360"/>
                <a:gridCol w="1620000"/>
              </a:tblGrid>
              <a:tr h="470520">
                <a:tc>
                  <a:txBody>
                    <a:bodyPr lIns="76680" rIns="76680" tIns="38160" bIns="38160" anchor="ctr">
                      <a:noAutofit/>
                    </a:bodyPr>
                    <a:p>
                      <a:pPr algn="ctr" defTabSz="914400">
                        <a:lnSpc>
                          <a:spcPct val="100000"/>
                        </a:lnSpc>
                      </a:pPr>
                      <a:r>
                        <a:rPr b="1" lang="en-GB" sz="1200" spc="-1" strike="noStrike">
                          <a:solidFill>
                            <a:srgbClr val="ffffff"/>
                          </a:solidFill>
                          <a:latin typeface="Tahoma"/>
                        </a:rPr>
                        <a:t>Configuration</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Macro F1</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Accuracy</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Legit Precision</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Legit Recall</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Phishing Precision</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76680" rIns="76680" tIns="38160" bIns="38160" anchor="ctr">
                      <a:noAutofit/>
                    </a:bodyPr>
                    <a:p>
                      <a:pPr algn="ctr" defTabSz="914400">
                        <a:lnSpc>
                          <a:spcPct val="100000"/>
                        </a:lnSpc>
                      </a:pPr>
                      <a:r>
                        <a:rPr b="1" lang="en-GB" sz="1200" spc="-1" strike="noStrike">
                          <a:solidFill>
                            <a:srgbClr val="ffffff"/>
                          </a:solidFill>
                          <a:latin typeface="Tahoma"/>
                        </a:rPr>
                        <a:t>Phishing Recall</a:t>
                      </a:r>
                      <a:endParaRPr b="0" lang="en-US" sz="1200" spc="-1" strike="noStrike">
                        <a:solidFill>
                          <a:srgbClr val="ffffff"/>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r>
              <a:tr h="314640">
                <a:tc>
                  <a:txBody>
                    <a:bodyPr lIns="76680" rIns="76680" tIns="38160" bIns="38160" anchor="ctr">
                      <a:noAutofit/>
                    </a:bodyPr>
                    <a:p>
                      <a:pPr algn="ctr" defTabSz="914400">
                        <a:lnSpc>
                          <a:spcPct val="100000"/>
                        </a:lnSpc>
                      </a:pPr>
                      <a:r>
                        <a:rPr b="0" lang="en-GB" sz="1200" spc="-1" strike="noStrike">
                          <a:solidFill>
                            <a:srgbClr val="2d2d2d"/>
                          </a:solidFill>
                          <a:latin typeface="Tahoma"/>
                        </a:rPr>
                        <a:t>Binary</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1" lang="en-GB" sz="1200" spc="-1" strike="noStrike">
                          <a:solidFill>
                            <a:srgbClr val="2d2d2d"/>
                          </a:solidFill>
                          <a:latin typeface="Tahoma"/>
                        </a:rPr>
                        <a:t>0.648</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0.663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0.643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0.821</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0.706</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0.485</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r h="470520">
                <a:tc>
                  <a:txBody>
                    <a:bodyPr lIns="76680" rIns="76680" tIns="38160" bIns="38160" anchor="ctr">
                      <a:noAutofit/>
                    </a:bodyPr>
                    <a:p>
                      <a:pPr algn="ctr" defTabSz="914400">
                        <a:lnSpc>
                          <a:spcPct val="100000"/>
                        </a:lnSpc>
                      </a:pPr>
                      <a:r>
                        <a:rPr b="0" lang="en-GB" sz="1200" spc="-1" strike="noStrike">
                          <a:solidFill>
                            <a:srgbClr val="2d2d2d"/>
                          </a:solidFill>
                          <a:latin typeface="Tahoma"/>
                        </a:rPr>
                        <a:t>Technical + Sentiment</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1" lang="en-GB" sz="1200" spc="-1" strike="noStrike">
                          <a:solidFill>
                            <a:srgbClr val="2d2d2d"/>
                          </a:solidFill>
                          <a:latin typeface="Tahoma"/>
                        </a:rPr>
                        <a:t>0.829</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0.830</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0.819</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0.874</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0.846</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0.781</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r>
              <a:tr h="470520">
                <a:tc>
                  <a:txBody>
                    <a:bodyPr lIns="76680" rIns="76680" tIns="38160" bIns="38160" anchor="ctr">
                      <a:noAutofit/>
                    </a:bodyPr>
                    <a:p>
                      <a:pPr algn="ctr" defTabSz="914400">
                        <a:lnSpc>
                          <a:spcPct val="100000"/>
                        </a:lnSpc>
                      </a:pPr>
                      <a:r>
                        <a:rPr b="0" lang="en-GB" sz="1200" spc="-1" strike="noStrike">
                          <a:solidFill>
                            <a:srgbClr val="2d2d2d"/>
                          </a:solidFill>
                          <a:latin typeface="Tahoma"/>
                        </a:rPr>
                        <a:t>Linguistic + Sentiment</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1" lang="en-GB" sz="1200" spc="-1" strike="noStrike">
                          <a:solidFill>
                            <a:srgbClr val="2d2d2d"/>
                          </a:solidFill>
                          <a:latin typeface="Tahoma"/>
                        </a:rPr>
                        <a:t>0.832</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0.833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0.952</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0.722</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0.753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0.959</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r h="470520">
                <a:tc>
                  <a:txBody>
                    <a:bodyPr lIns="76680" rIns="76680" tIns="38160" bIns="38160" anchor="ctr">
                      <a:noAutofit/>
                    </a:bodyPr>
                    <a:p>
                      <a:pPr algn="ctr" defTabSz="914400">
                        <a:lnSpc>
                          <a:spcPct val="100000"/>
                        </a:lnSpc>
                      </a:pPr>
                      <a:r>
                        <a:rPr b="0" lang="en-GB" sz="1200" spc="-1" strike="noStrike">
                          <a:solidFill>
                            <a:srgbClr val="2d2d2d"/>
                          </a:solidFill>
                          <a:latin typeface="Tahoma"/>
                        </a:rPr>
                        <a:t>Linguistic + Technical</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1" lang="en-GB" sz="1200" spc="-1" strike="noStrike">
                          <a:solidFill>
                            <a:srgbClr val="2d2d2d"/>
                          </a:solidFill>
                          <a:latin typeface="Tahoma"/>
                        </a:rPr>
                        <a:t>0.822</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0.823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0.953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0.702</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0.740</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0.961</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r>
              <a:tr h="672120">
                <a:tc>
                  <a:txBody>
                    <a:bodyPr lIns="76680" rIns="76680" tIns="38160" bIns="38160" anchor="ctr">
                      <a:noAutofit/>
                    </a:bodyPr>
                    <a:p>
                      <a:pPr algn="ctr" defTabSz="914400">
                        <a:lnSpc>
                          <a:spcPct val="100000"/>
                        </a:lnSpc>
                      </a:pPr>
                      <a:r>
                        <a:rPr b="0" lang="en-GB" sz="1200" spc="-1" strike="noStrike">
                          <a:solidFill>
                            <a:srgbClr val="2d2d2d"/>
                          </a:solidFill>
                          <a:latin typeface="Tahoma"/>
                        </a:rPr>
                        <a:t>Linguistic + Technical + Sentiment</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1" lang="en-GB" sz="1200" spc="-1" strike="noStrike">
                          <a:solidFill>
                            <a:srgbClr val="2d2d2d"/>
                          </a:solidFill>
                          <a:latin typeface="Tahoma"/>
                        </a:rPr>
                        <a:t>0.836</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0.836</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0.947</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0.733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ct val="100000"/>
                        </a:lnSpc>
                      </a:pPr>
                      <a:r>
                        <a:rPr b="0" lang="en-GB" sz="1200" spc="-1" strike="noStrike">
                          <a:solidFill>
                            <a:srgbClr val="2d2d2d"/>
                          </a:solidFill>
                          <a:latin typeface="Tahoma"/>
                        </a:rPr>
                        <a:t>0.760</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76680" rIns="76680" tIns="38160" bIns="38160" anchor="ctr">
                      <a:noAutofit/>
                    </a:bodyPr>
                    <a:p>
                      <a:pPr algn="ctr" defTabSz="914400">
                        <a:lnSpc>
                          <a:spcPts val="1500"/>
                        </a:lnSpc>
                      </a:pPr>
                      <a:r>
                        <a:rPr b="0" lang="en-GB" sz="1200" spc="-1" strike="noStrike">
                          <a:solidFill>
                            <a:srgbClr val="2d2d2d"/>
                          </a:solidFill>
                          <a:latin typeface="Tahoma"/>
                        </a:rPr>
                        <a:t>0.953</a:t>
                      </a:r>
                      <a:endParaRPr b="0" lang="en-US" sz="1200" spc="-1" strike="noStrike">
                        <a:solidFill>
                          <a:srgbClr val="000000"/>
                        </a:solidFill>
                        <a:latin typeface="Arial"/>
                      </a:endParaRPr>
                    </a:p>
                  </a:txBody>
                  <a:tcPr anchor="ctr" marL="76680" marR="766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bl>
          </a:graphicData>
        </a:graphic>
      </p:graphicFrame>
      <p:sp>
        <p:nvSpPr>
          <p:cNvPr id="922" name="Rounded Rectangle 11"/>
          <p:cNvSpPr/>
          <p:nvPr/>
        </p:nvSpPr>
        <p:spPr>
          <a:xfrm>
            <a:off x="2301120" y="5349240"/>
            <a:ext cx="6994800" cy="68544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pc="-1" strike="noStrike">
                <a:solidFill>
                  <a:srgbClr val="ffffff"/>
                </a:solidFill>
                <a:latin typeface="Tahoma"/>
              </a:rPr>
              <a:t>Macro F1: 0.648 → 0.836   |   +0.188</a:t>
            </a:r>
            <a:endParaRPr b="0" lang="en-US" sz="2200" spc="-1" strike="noStrike">
              <a:solidFill>
                <a:srgbClr val="ffffff"/>
              </a:solidFill>
              <a:latin typeface="Arial"/>
            </a:endParaRPr>
          </a:p>
        </p:txBody>
      </p:sp>
      <p:sp>
        <p:nvSpPr>
          <p:cNvPr id="923" name="TextBox 6"/>
          <p:cNvSpPr/>
          <p:nvPr/>
        </p:nvSpPr>
        <p:spPr>
          <a:xfrm>
            <a:off x="2301120" y="6035040"/>
            <a:ext cx="7223400" cy="572760"/>
          </a:xfrm>
          <a:prstGeom prst="rect">
            <a:avLst/>
          </a:prstGeom>
          <a:noFill/>
          <a:ln w="0">
            <a:noFill/>
          </a:ln>
        </p:spPr>
        <p:style>
          <a:lnRef idx="0"/>
          <a:fillRef idx="0"/>
          <a:effectRef idx="0"/>
          <a:fontRef idx="minor"/>
        </p:style>
        <p:txBody>
          <a:bodyPr lIns="54720" rIns="54720" tIns="27360" bIns="27360" anchor="t">
            <a:spAutoFit/>
          </a:bodyPr>
          <a:p>
            <a:pPr algn="ctr" defTabSz="457200">
              <a:lnSpc>
                <a:spcPct val="100000"/>
              </a:lnSpc>
            </a:pPr>
            <a:r>
              <a:rPr b="1" lang="en-US" sz="1700" spc="-1" strike="noStrike">
                <a:solidFill>
                  <a:srgbClr val="ffffff"/>
                </a:solidFill>
                <a:latin typeface="Tahoma"/>
              </a:rPr>
              <a:t>All specialist configurations substantially outperform the binary baseline.</a:t>
            </a:r>
            <a:endParaRPr b="0" lang="en-US" sz="1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title"/>
          </p:nvPr>
        </p:nvSpPr>
        <p:spPr>
          <a:xfrm>
            <a:off x="1143000" y="645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Results: Detection Trade-offs</a:t>
            </a:r>
            <a:endParaRPr b="0" lang="en-US" sz="4400" spc="-1" strike="noStrike">
              <a:solidFill>
                <a:schemeClr val="dk1"/>
              </a:solidFill>
              <a:latin typeface="Tw Cen MT"/>
            </a:endParaRPr>
          </a:p>
        </p:txBody>
      </p:sp>
      <p:graphicFrame>
        <p:nvGraphicFramePr>
          <p:cNvPr id="925" name="Table 3"/>
          <p:cNvGraphicFramePr/>
          <p:nvPr/>
        </p:nvGraphicFramePr>
        <p:xfrm>
          <a:off x="1247760" y="2342160"/>
          <a:ext cx="9696240" cy="2292480"/>
        </p:xfrm>
        <a:graphic>
          <a:graphicData uri="http://schemas.openxmlformats.org/drawingml/2006/table">
            <a:tbl>
              <a:tblPr/>
              <a:tblGrid>
                <a:gridCol w="2541240"/>
                <a:gridCol w="1524240"/>
                <a:gridCol w="1564560"/>
                <a:gridCol w="1791000"/>
                <a:gridCol w="2274120"/>
              </a:tblGrid>
              <a:tr h="476280">
                <a:tc>
                  <a:txBody>
                    <a:bodyPr lIns="82080" rIns="82080" tIns="41040" bIns="41040" anchor="ctr">
                      <a:noAutofit/>
                    </a:bodyPr>
                    <a:p>
                      <a:pPr algn="ctr" defTabSz="914400">
                        <a:lnSpc>
                          <a:spcPct val="100000"/>
                        </a:lnSpc>
                      </a:pPr>
                      <a:r>
                        <a:rPr b="1" lang="en-GB" sz="1300" spc="-1" strike="noStrike">
                          <a:solidFill>
                            <a:srgbClr val="ffffff"/>
                          </a:solidFill>
                          <a:latin typeface="Tahoma"/>
                        </a:rPr>
                        <a:t>Configuration</a:t>
                      </a:r>
                      <a:endParaRPr b="0" lang="en-US" sz="1300" spc="-1" strike="noStrike">
                        <a:solidFill>
                          <a:srgbClr val="ffffff"/>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2080" rIns="82080" tIns="41040" bIns="41040" anchor="ctr">
                      <a:noAutofit/>
                    </a:bodyPr>
                    <a:p>
                      <a:pPr algn="ctr" defTabSz="914400">
                        <a:lnSpc>
                          <a:spcPct val="100000"/>
                        </a:lnSpc>
                      </a:pPr>
                      <a:r>
                        <a:rPr b="1" lang="en-GB" sz="1300" spc="-1" strike="noStrike">
                          <a:solidFill>
                            <a:srgbClr val="ffffff"/>
                          </a:solidFill>
                          <a:latin typeface="Tahoma"/>
                        </a:rPr>
                        <a:t>Legit → Legit</a:t>
                      </a:r>
                      <a:endParaRPr b="0" lang="en-US" sz="1300" spc="-1" strike="noStrike">
                        <a:solidFill>
                          <a:srgbClr val="ffffff"/>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2080" rIns="82080" tIns="41040" bIns="41040" anchor="ctr">
                      <a:noAutofit/>
                    </a:bodyPr>
                    <a:p>
                      <a:pPr algn="ctr" defTabSz="914400">
                        <a:lnSpc>
                          <a:spcPct val="100000"/>
                        </a:lnSpc>
                      </a:pPr>
                      <a:r>
                        <a:rPr b="1" lang="en-GB" sz="1300" spc="-1" strike="noStrike">
                          <a:solidFill>
                            <a:srgbClr val="ffffff"/>
                          </a:solidFill>
                          <a:latin typeface="Tahoma"/>
                        </a:rPr>
                        <a:t>Legit → Phishing</a:t>
                      </a:r>
                      <a:endParaRPr b="0" lang="en-US" sz="1300" spc="-1" strike="noStrike">
                        <a:solidFill>
                          <a:srgbClr val="ffffff"/>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2080" rIns="82080" tIns="41040" bIns="41040" anchor="ctr">
                      <a:noAutofit/>
                    </a:bodyPr>
                    <a:p>
                      <a:pPr algn="ctr" defTabSz="914400">
                        <a:lnSpc>
                          <a:spcPct val="100000"/>
                        </a:lnSpc>
                      </a:pPr>
                      <a:r>
                        <a:rPr b="1" lang="en-GB" sz="1300" spc="-1" strike="noStrike">
                          <a:solidFill>
                            <a:srgbClr val="ffffff"/>
                          </a:solidFill>
                          <a:latin typeface="Tahoma"/>
                        </a:rPr>
                        <a:t>Phishing → Legit</a:t>
                      </a:r>
                      <a:endParaRPr b="0" lang="en-US" sz="1300" spc="-1" strike="noStrike">
                        <a:solidFill>
                          <a:srgbClr val="ffffff"/>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2080" rIns="82080" tIns="41040" bIns="41040" anchor="ctr">
                      <a:noAutofit/>
                    </a:bodyPr>
                    <a:p>
                      <a:pPr algn="ctr" defTabSz="914400">
                        <a:lnSpc>
                          <a:spcPct val="100000"/>
                        </a:lnSpc>
                      </a:pPr>
                      <a:r>
                        <a:rPr b="1" lang="en-GB" sz="1300" spc="-1" strike="noStrike">
                          <a:solidFill>
                            <a:srgbClr val="ffffff"/>
                          </a:solidFill>
                          <a:latin typeface="Tahoma"/>
                        </a:rPr>
                        <a:t>Phishing → Phishing</a:t>
                      </a:r>
                      <a:endParaRPr b="0" lang="en-US" sz="1300" spc="-1" strike="noStrike">
                        <a:solidFill>
                          <a:srgbClr val="ffffff"/>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r>
              <a:tr h="272520">
                <a:tc>
                  <a:txBody>
                    <a:bodyPr lIns="82080" rIns="82080" tIns="41040" bIns="41040" anchor="ctr">
                      <a:noAutofit/>
                    </a:bodyPr>
                    <a:p>
                      <a:pPr algn="ctr" defTabSz="914400">
                        <a:lnSpc>
                          <a:spcPct val="100000"/>
                        </a:lnSpc>
                      </a:pPr>
                      <a:r>
                        <a:rPr b="0" lang="en-GB" sz="1300" spc="-1" strike="noStrike">
                          <a:solidFill>
                            <a:srgbClr val="2d2d2d"/>
                          </a:solidFill>
                          <a:latin typeface="Tahoma"/>
                        </a:rPr>
                        <a:t>Binary</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11,668</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2,544</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6,482</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6,097</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r h="272520">
                <a:tc>
                  <a:txBody>
                    <a:bodyPr lIns="82080" rIns="82080" tIns="41040" bIns="41040" anchor="ctr">
                      <a:noAutofit/>
                    </a:bodyPr>
                    <a:p>
                      <a:pPr algn="ctr" defTabSz="914400">
                        <a:lnSpc>
                          <a:spcPct val="100000"/>
                        </a:lnSpc>
                      </a:pPr>
                      <a:r>
                        <a:rPr b="0" lang="en-GB" sz="1300" spc="-1" strike="noStrike">
                          <a:solidFill>
                            <a:srgbClr val="2d2d2d"/>
                          </a:solidFill>
                          <a:latin typeface="Tahoma"/>
                        </a:rPr>
                        <a:t>Technical + Sentiment</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12,419</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1,793</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2,753</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9,826</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r>
              <a:tr h="272520">
                <a:tc>
                  <a:txBody>
                    <a:bodyPr lIns="82080" rIns="82080" tIns="41040" bIns="41040" anchor="ctr">
                      <a:noAutofit/>
                    </a:bodyPr>
                    <a:p>
                      <a:pPr algn="ctr" defTabSz="914400">
                        <a:lnSpc>
                          <a:spcPct val="100000"/>
                        </a:lnSpc>
                      </a:pPr>
                      <a:r>
                        <a:rPr b="0" lang="en-GB" sz="1300" spc="-1" strike="noStrike">
                          <a:solidFill>
                            <a:srgbClr val="2d2d2d"/>
                          </a:solidFill>
                          <a:latin typeface="Tahoma"/>
                        </a:rPr>
                        <a:t>Linguistic + Sentiment</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10,265</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3,947</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522</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12,057</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r h="366840">
                <a:tc>
                  <a:txBody>
                    <a:bodyPr lIns="82080" rIns="82080" tIns="41040" bIns="41040" anchor="ctr">
                      <a:noAutofit/>
                    </a:bodyPr>
                    <a:p>
                      <a:pPr algn="ctr" defTabSz="914400">
                        <a:lnSpc>
                          <a:spcPct val="100000"/>
                        </a:lnSpc>
                      </a:pPr>
                      <a:r>
                        <a:rPr b="0" lang="en-GB" sz="1300" spc="-1" strike="noStrike">
                          <a:solidFill>
                            <a:srgbClr val="2d2d2d"/>
                          </a:solidFill>
                          <a:latin typeface="Tahoma"/>
                        </a:rPr>
                        <a:t>Linguistic + Technical</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9,971</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4,241</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490</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12,089</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r>
              <a:tr h="116280">
                <a:tc>
                  <a:txBody>
                    <a:bodyPr lIns="82080" rIns="82080" tIns="41040" bIns="41040" anchor="ctr">
                      <a:noAutofit/>
                    </a:bodyPr>
                    <a:p>
                      <a:pPr algn="ctr" defTabSz="914400">
                        <a:lnSpc>
                          <a:spcPct val="100000"/>
                        </a:lnSpc>
                      </a:pPr>
                      <a:r>
                        <a:rPr b="0" lang="en-GB" sz="1300" spc="-1" strike="noStrike">
                          <a:solidFill>
                            <a:srgbClr val="2d2d2d"/>
                          </a:solidFill>
                          <a:latin typeface="Tahoma"/>
                        </a:rPr>
                        <a:t>Linguistic + Technical + Sentiment</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10,415</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3,797</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ct val="100000"/>
                        </a:lnSpc>
                      </a:pPr>
                      <a:r>
                        <a:rPr b="0" lang="en-GB" sz="1300" spc="-1" strike="noStrike">
                          <a:solidFill>
                            <a:srgbClr val="2d2d2d"/>
                          </a:solidFill>
                          <a:latin typeface="Tahoma"/>
                        </a:rPr>
                        <a:t>587</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2080" rIns="82080" tIns="41040" bIns="41040" anchor="ctr">
                      <a:noAutofit/>
                    </a:bodyPr>
                    <a:p>
                      <a:pPr algn="ctr" defTabSz="914400">
                        <a:lnSpc>
                          <a:spcPts val="1500"/>
                        </a:lnSpc>
                      </a:pPr>
                      <a:r>
                        <a:rPr b="0" lang="en-GB" sz="1300" spc="-1" strike="noStrike">
                          <a:solidFill>
                            <a:srgbClr val="2d2d2d"/>
                          </a:solidFill>
                          <a:latin typeface="Tahoma"/>
                        </a:rPr>
                        <a:t>11,992</a:t>
                      </a:r>
                      <a:endParaRPr b="0" lang="en-US" sz="1300" spc="-1" strike="noStrike">
                        <a:solidFill>
                          <a:srgbClr val="000000"/>
                        </a:solidFill>
                        <a:latin typeface="Arial"/>
                      </a:endParaRPr>
                    </a:p>
                  </a:txBody>
                  <a:tcPr anchor="ctr" marL="82080" marR="8208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bl>
          </a:graphicData>
        </a:graphic>
      </p:graphicFrame>
      <p:sp>
        <p:nvSpPr>
          <p:cNvPr id="926" name="Rounded Rectangle 14"/>
          <p:cNvSpPr/>
          <p:nvPr/>
        </p:nvSpPr>
        <p:spPr>
          <a:xfrm>
            <a:off x="2623680" y="4959360"/>
            <a:ext cx="3291480" cy="822600"/>
          </a:xfrm>
          <a:prstGeom prst="roundRect">
            <a:avLst>
              <a:gd name="adj" fmla="val 16667"/>
            </a:avLst>
          </a:prstGeom>
          <a:solidFill>
            <a:srgbClr val="f9e8e8"/>
          </a:solidFill>
          <a:ln w="19050">
            <a:solidFill>
              <a:srgbClr val="aa3737"/>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700" spc="-1" strike="noStrike">
                <a:solidFill>
                  <a:srgbClr val="aa3737"/>
                </a:solidFill>
                <a:latin typeface="Tahoma"/>
              </a:rPr>
              <a:t>Baseline</a:t>
            </a:r>
            <a:endParaRPr b="0" lang="en-US" sz="1700" spc="-1" strike="noStrike">
              <a:solidFill>
                <a:srgbClr val="000000"/>
              </a:solidFill>
              <a:latin typeface="Arial"/>
            </a:endParaRPr>
          </a:p>
          <a:p>
            <a:pPr defTabSz="457200">
              <a:lnSpc>
                <a:spcPct val="100000"/>
              </a:lnSpc>
            </a:pPr>
            <a:r>
              <a:rPr b="0" lang="en-US" sz="1600" spc="-1" strike="noStrike">
                <a:solidFill>
                  <a:srgbClr val="2d2d2d"/>
                </a:solidFill>
                <a:latin typeface="Tahoma"/>
              </a:rPr>
              <a:t>6,482 phishing emails missed</a:t>
            </a:r>
            <a:endParaRPr b="0" lang="en-US" sz="1600" spc="-1" strike="noStrike">
              <a:solidFill>
                <a:srgbClr val="000000"/>
              </a:solidFill>
              <a:latin typeface="Arial"/>
            </a:endParaRPr>
          </a:p>
        </p:txBody>
      </p:sp>
      <p:sp>
        <p:nvSpPr>
          <p:cNvPr id="927" name="Rounded Rectangle 15"/>
          <p:cNvSpPr/>
          <p:nvPr/>
        </p:nvSpPr>
        <p:spPr>
          <a:xfrm>
            <a:off x="6276240" y="4959360"/>
            <a:ext cx="3291480" cy="822600"/>
          </a:xfrm>
          <a:prstGeom prst="roundRect">
            <a:avLst>
              <a:gd name="adj" fmla="val 16667"/>
            </a:avLst>
          </a:prstGeom>
          <a:solidFill>
            <a:srgbClr val="e8f5ec"/>
          </a:solidFill>
          <a:ln w="19050">
            <a:solidFill>
              <a:srgbClr val="377655"/>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700" spc="-1" strike="noStrike">
                <a:solidFill>
                  <a:srgbClr val="377655"/>
                </a:solidFill>
                <a:latin typeface="Tahoma"/>
              </a:rPr>
              <a:t>Linguistic + Technical</a:t>
            </a:r>
            <a:endParaRPr b="0" lang="en-US" sz="1700" spc="-1" strike="noStrike">
              <a:solidFill>
                <a:srgbClr val="000000"/>
              </a:solidFill>
              <a:latin typeface="Arial"/>
            </a:endParaRPr>
          </a:p>
          <a:p>
            <a:pPr defTabSz="457200">
              <a:lnSpc>
                <a:spcPct val="100000"/>
              </a:lnSpc>
            </a:pPr>
            <a:r>
              <a:rPr b="0" lang="en-US" sz="1600" spc="-1" strike="noStrike">
                <a:solidFill>
                  <a:srgbClr val="2d2d2d"/>
                </a:solidFill>
                <a:latin typeface="Tahoma"/>
              </a:rPr>
              <a:t>490 phishing emails missed</a:t>
            </a:r>
            <a:endParaRPr b="0" lang="en-US" sz="1600" spc="-1" strike="noStrike">
              <a:solidFill>
                <a:srgbClr val="000000"/>
              </a:solidFill>
              <a:latin typeface="Arial"/>
            </a:endParaRPr>
          </a:p>
        </p:txBody>
      </p:sp>
      <p:sp>
        <p:nvSpPr>
          <p:cNvPr id="928" name="Rounded Rectangle 16"/>
          <p:cNvSpPr/>
          <p:nvPr/>
        </p:nvSpPr>
        <p:spPr>
          <a:xfrm>
            <a:off x="2606040" y="6212520"/>
            <a:ext cx="6949080" cy="41112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500" spc="-1" strike="noStrike">
                <a:solidFill>
                  <a:srgbClr val="ffffff"/>
                </a:solidFill>
                <a:latin typeface="Tahoma"/>
              </a:rPr>
              <a:t>Higher phishing recall can mean more false positives.</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Results: RaG Augmentation</a:t>
            </a:r>
            <a:endParaRPr b="0" lang="en-US" sz="4400" spc="-1" strike="noStrike">
              <a:solidFill>
                <a:schemeClr val="dk1"/>
              </a:solidFill>
              <a:latin typeface="Tw Cen MT"/>
            </a:endParaRPr>
          </a:p>
        </p:txBody>
      </p:sp>
      <p:graphicFrame>
        <p:nvGraphicFramePr>
          <p:cNvPr id="930" name="Content Placeholder 3"/>
          <p:cNvGraphicFramePr/>
          <p:nvPr/>
        </p:nvGraphicFramePr>
        <p:xfrm>
          <a:off x="1328760" y="1828800"/>
          <a:ext cx="9531000" cy="1935360"/>
        </p:xfrm>
        <a:graphic>
          <a:graphicData uri="http://schemas.openxmlformats.org/drawingml/2006/table">
            <a:tbl>
              <a:tblPr/>
              <a:tblGrid>
                <a:gridCol w="1906200"/>
                <a:gridCol w="1906200"/>
                <a:gridCol w="1906200"/>
                <a:gridCol w="1906200"/>
                <a:gridCol w="1906200"/>
              </a:tblGrid>
              <a:tr h="351720">
                <a:tc>
                  <a:txBody>
                    <a:bodyPr lIns="87840" rIns="87840" tIns="43920" bIns="43920" anchor="ctr">
                      <a:noAutofit/>
                    </a:bodyPr>
                    <a:p>
                      <a:pPr algn="ctr" defTabSz="914400">
                        <a:lnSpc>
                          <a:spcPct val="100000"/>
                        </a:lnSpc>
                      </a:pPr>
                      <a:r>
                        <a:rPr b="1" lang="en-GB" sz="1400" spc="-1" strike="noStrike">
                          <a:solidFill>
                            <a:srgbClr val="ffffff"/>
                          </a:solidFill>
                          <a:latin typeface="Tahoma"/>
                        </a:rPr>
                        <a:t>Configuration</a:t>
                      </a:r>
                      <a:endParaRPr b="0" lang="en-US" sz="1400" spc="-1" strike="noStrike">
                        <a:solidFill>
                          <a:srgbClr val="ffffff"/>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7840" rIns="87840" tIns="43920" bIns="43920" anchor="ctr">
                      <a:noAutofit/>
                    </a:bodyPr>
                    <a:p>
                      <a:pPr algn="ctr" defTabSz="914400">
                        <a:lnSpc>
                          <a:spcPct val="100000"/>
                        </a:lnSpc>
                      </a:pPr>
                      <a:r>
                        <a:rPr b="1" lang="en-GB" sz="1400" spc="-1" strike="noStrike">
                          <a:solidFill>
                            <a:srgbClr val="ffffff"/>
                          </a:solidFill>
                          <a:latin typeface="Tahoma"/>
                        </a:rPr>
                        <a:t>Accuracy</a:t>
                      </a:r>
                      <a:endParaRPr b="0" lang="en-US" sz="1400" spc="-1" strike="noStrike">
                        <a:solidFill>
                          <a:srgbClr val="ffffff"/>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7840" rIns="87840" tIns="43920" bIns="43920" anchor="ctr">
                      <a:noAutofit/>
                    </a:bodyPr>
                    <a:p>
                      <a:pPr algn="ctr" defTabSz="914400">
                        <a:lnSpc>
                          <a:spcPct val="100000"/>
                        </a:lnSpc>
                      </a:pPr>
                      <a:r>
                        <a:rPr b="1" lang="en-GB" sz="1400" spc="-1" strike="noStrike">
                          <a:solidFill>
                            <a:srgbClr val="ffffff"/>
                          </a:solidFill>
                          <a:latin typeface="Tahoma"/>
                        </a:rPr>
                        <a:t>Macro F1</a:t>
                      </a:r>
                      <a:endParaRPr b="0" lang="en-US" sz="1400" spc="-1" strike="noStrike">
                        <a:solidFill>
                          <a:srgbClr val="ffffff"/>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7840" rIns="87840" tIns="43920" bIns="43920" anchor="ctr">
                      <a:noAutofit/>
                    </a:bodyPr>
                    <a:p>
                      <a:pPr algn="ctr" defTabSz="914400">
                        <a:lnSpc>
                          <a:spcPct val="100000"/>
                        </a:lnSpc>
                      </a:pPr>
                      <a:r>
                        <a:rPr b="1" lang="en-GB" sz="1400" spc="-1" strike="noStrike">
                          <a:solidFill>
                            <a:srgbClr val="ffffff"/>
                          </a:solidFill>
                          <a:latin typeface="Tahoma"/>
                        </a:rPr>
                        <a:t>Legit Recall</a:t>
                      </a:r>
                      <a:endParaRPr b="0" lang="en-US" sz="1400" spc="-1" strike="noStrike">
                        <a:solidFill>
                          <a:srgbClr val="ffffff"/>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c>
                  <a:txBody>
                    <a:bodyPr lIns="87840" rIns="87840" tIns="43920" bIns="43920" anchor="ctr">
                      <a:noAutofit/>
                    </a:bodyPr>
                    <a:p>
                      <a:pPr algn="ctr" defTabSz="914400">
                        <a:lnSpc>
                          <a:spcPct val="100000"/>
                        </a:lnSpc>
                      </a:pPr>
                      <a:r>
                        <a:rPr b="1" lang="en-GB" sz="1400" spc="-1" strike="noStrike">
                          <a:solidFill>
                            <a:srgbClr val="ffffff"/>
                          </a:solidFill>
                          <a:latin typeface="Tahoma"/>
                        </a:rPr>
                        <a:t>Phishing Recall</a:t>
                      </a:r>
                      <a:endParaRPr b="0" lang="en-US" sz="1400" spc="-1" strike="noStrike">
                        <a:solidFill>
                          <a:srgbClr val="ffffff"/>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1f3754"/>
                    </a:solidFill>
                  </a:tcPr>
                </a:tc>
              </a:tr>
              <a:tr h="351720">
                <a:tc>
                  <a:txBody>
                    <a:bodyPr lIns="87840" rIns="87840" tIns="43920" bIns="43920" anchor="ctr">
                      <a:noAutofit/>
                    </a:bodyPr>
                    <a:p>
                      <a:pPr algn="ctr" defTabSz="914400">
                        <a:lnSpc>
                          <a:spcPct val="100000"/>
                        </a:lnSpc>
                      </a:pPr>
                      <a:r>
                        <a:rPr b="0" lang="en-GB" sz="1400" spc="-1" strike="noStrike">
                          <a:solidFill>
                            <a:srgbClr val="2d2d2d"/>
                          </a:solidFill>
                          <a:latin typeface="Tahoma"/>
                        </a:rPr>
                        <a:t>L+T+S (no RAG)</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1" lang="en-GB" sz="1400" spc="-1" strike="noStrike">
                          <a:solidFill>
                            <a:srgbClr val="2d2d2d"/>
                          </a:solidFill>
                          <a:latin typeface="Tahoma"/>
                        </a:rPr>
                        <a:t>0.836</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0.836</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0.733</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0.953</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r h="615600">
                <a:tc>
                  <a:txBody>
                    <a:bodyPr lIns="87840" rIns="87840" tIns="43920" bIns="43920" anchor="ctr">
                      <a:noAutofit/>
                    </a:bodyPr>
                    <a:p>
                      <a:pPr algn="ctr" defTabSz="914400">
                        <a:lnSpc>
                          <a:spcPct val="100000"/>
                        </a:lnSpc>
                      </a:pPr>
                      <a:r>
                        <a:rPr b="0" lang="en-GB" sz="1400" spc="-1" strike="noStrike">
                          <a:solidFill>
                            <a:srgbClr val="2d2d2d"/>
                          </a:solidFill>
                          <a:latin typeface="Tahoma"/>
                        </a:rPr>
                        <a:t>L+T+S + RAG stratified</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7840" rIns="87840" tIns="43920" bIns="43920" anchor="ctr">
                      <a:noAutofit/>
                    </a:bodyPr>
                    <a:p>
                      <a:pPr algn="ctr" defTabSz="914400">
                        <a:lnSpc>
                          <a:spcPct val="100000"/>
                        </a:lnSpc>
                      </a:pPr>
                      <a:r>
                        <a:rPr b="1" lang="en-GB" sz="1400" spc="-1" strike="noStrike">
                          <a:solidFill>
                            <a:srgbClr val="2d2d2d"/>
                          </a:solidFill>
                          <a:latin typeface="Tahoma"/>
                        </a:rPr>
                        <a:t>0.768</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0.763</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0.584</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0.976</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5f6f8"/>
                    </a:solidFill>
                  </a:tcPr>
                </a:tc>
              </a:tr>
              <a:tr h="615600">
                <a:tc>
                  <a:txBody>
                    <a:bodyPr lIns="87840" rIns="87840" tIns="43920" bIns="43920" anchor="ctr">
                      <a:noAutofit/>
                    </a:bodyPr>
                    <a:p>
                      <a:pPr algn="ctr" defTabSz="914400">
                        <a:lnSpc>
                          <a:spcPct val="100000"/>
                        </a:lnSpc>
                      </a:pPr>
                      <a:r>
                        <a:rPr b="0" lang="en-GB" sz="1400" spc="-1" strike="noStrike">
                          <a:solidFill>
                            <a:srgbClr val="2d2d2d"/>
                          </a:solidFill>
                          <a:latin typeface="Tahoma"/>
                        </a:rPr>
                        <a:t>L+T+S + RAG unrestricted</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1" lang="en-GB" sz="1400" spc="-1" strike="noStrike">
                          <a:solidFill>
                            <a:srgbClr val="2d2d2d"/>
                          </a:solidFill>
                          <a:latin typeface="Tahoma"/>
                        </a:rPr>
                        <a:t>0.896</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0.896</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ct val="100000"/>
                        </a:lnSpc>
                      </a:pPr>
                      <a:r>
                        <a:rPr b="0" lang="en-GB" sz="1400" spc="-1" strike="noStrike">
                          <a:solidFill>
                            <a:srgbClr val="2d2d2d"/>
                          </a:solidFill>
                          <a:latin typeface="Tahoma"/>
                        </a:rPr>
                        <a:t>0.825</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c>
                  <a:txBody>
                    <a:bodyPr lIns="87840" rIns="87840" tIns="43920" bIns="43920" anchor="ctr">
                      <a:noAutofit/>
                    </a:bodyPr>
                    <a:p>
                      <a:pPr algn="ctr" defTabSz="914400">
                        <a:lnSpc>
                          <a:spcPts val="1500"/>
                        </a:lnSpc>
                      </a:pPr>
                      <a:r>
                        <a:rPr b="0" lang="en-GB" sz="1400" spc="-1" strike="noStrike">
                          <a:solidFill>
                            <a:srgbClr val="2d2d2d"/>
                          </a:solidFill>
                          <a:latin typeface="Tahoma"/>
                        </a:rPr>
                        <a:t>0.977</a:t>
                      </a:r>
                      <a:endParaRPr b="0" lang="en-US" sz="1400" spc="-1" strike="noStrike">
                        <a:solidFill>
                          <a:srgbClr val="000000"/>
                        </a:solidFill>
                        <a:latin typeface="Arial"/>
                      </a:endParaRPr>
                    </a:p>
                  </a:txBody>
                  <a:tcPr anchor="ctr" marL="87840" marR="87840">
                    <a:lnL w="9360">
                      <a:solidFill>
                        <a:srgbClr val="e6e6e6"/>
                      </a:solidFill>
                      <a:prstDash val="solid"/>
                    </a:lnL>
                    <a:lnR w="9360">
                      <a:solidFill>
                        <a:srgbClr val="e6e6e6"/>
                      </a:solidFill>
                      <a:prstDash val="solid"/>
                    </a:lnR>
                    <a:lnT w="9360">
                      <a:solidFill>
                        <a:srgbClr val="e6e6e6"/>
                      </a:solidFill>
                      <a:prstDash val="solid"/>
                    </a:lnT>
                    <a:lnB w="9360">
                      <a:solidFill>
                        <a:srgbClr val="e6e6e6"/>
                      </a:solidFill>
                      <a:prstDash val="solid"/>
                    </a:lnB>
                    <a:solidFill>
                      <a:srgbClr val="ffffff"/>
                    </a:solidFill>
                  </a:tcPr>
                </a:tc>
              </a:tr>
            </a:tbl>
          </a:graphicData>
        </a:graphic>
      </p:graphicFrame>
      <p:sp>
        <p:nvSpPr>
          <p:cNvPr id="931" name="Rounded Rectangle 4"/>
          <p:cNvSpPr/>
          <p:nvPr/>
        </p:nvSpPr>
        <p:spPr>
          <a:xfrm>
            <a:off x="6603840" y="4340520"/>
            <a:ext cx="3382920" cy="868320"/>
          </a:xfrm>
          <a:prstGeom prst="roundRect">
            <a:avLst>
              <a:gd name="adj" fmla="val 16667"/>
            </a:avLst>
          </a:prstGeom>
          <a:solidFill>
            <a:srgbClr val="e8f5ec"/>
          </a:solidFill>
          <a:ln w="19050">
            <a:solidFill>
              <a:srgbClr val="377655"/>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377655"/>
                </a:solidFill>
                <a:latin typeface="Tahoma"/>
              </a:rPr>
              <a:t>Unrestricted RAG</a:t>
            </a:r>
            <a:endParaRPr b="0" lang="en-US" sz="1800" spc="-1" strike="noStrike">
              <a:solidFill>
                <a:srgbClr val="000000"/>
              </a:solidFill>
              <a:latin typeface="Arial"/>
            </a:endParaRPr>
          </a:p>
          <a:p>
            <a:pPr defTabSz="457200">
              <a:lnSpc>
                <a:spcPct val="100000"/>
              </a:lnSpc>
            </a:pPr>
            <a:r>
              <a:rPr b="0" lang="en-US" sz="1900" spc="-1" strike="noStrike">
                <a:solidFill>
                  <a:srgbClr val="2d2d2d"/>
                </a:solidFill>
                <a:latin typeface="Tahoma"/>
              </a:rPr>
              <a:t>+0.060 Macro F1</a:t>
            </a:r>
            <a:endParaRPr b="0" lang="en-US" sz="1900" spc="-1" strike="noStrike">
              <a:solidFill>
                <a:srgbClr val="000000"/>
              </a:solidFill>
              <a:latin typeface="Arial"/>
            </a:endParaRPr>
          </a:p>
        </p:txBody>
      </p:sp>
      <p:sp>
        <p:nvSpPr>
          <p:cNvPr id="932" name="Rounded Rectangle 5"/>
          <p:cNvSpPr/>
          <p:nvPr/>
        </p:nvSpPr>
        <p:spPr>
          <a:xfrm>
            <a:off x="2205000" y="4340520"/>
            <a:ext cx="3382920" cy="868320"/>
          </a:xfrm>
          <a:prstGeom prst="roundRect">
            <a:avLst>
              <a:gd name="adj" fmla="val 16667"/>
            </a:avLst>
          </a:prstGeom>
          <a:solidFill>
            <a:srgbClr val="f9e8e8"/>
          </a:solidFill>
          <a:ln w="19050">
            <a:solidFill>
              <a:srgbClr val="aa3737"/>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aa3737"/>
                </a:solidFill>
                <a:latin typeface="Tahoma"/>
              </a:rPr>
              <a:t>Stratified RAG</a:t>
            </a:r>
            <a:endParaRPr b="0" lang="en-US" sz="1800" spc="-1" strike="noStrike">
              <a:solidFill>
                <a:srgbClr val="000000"/>
              </a:solidFill>
              <a:latin typeface="Arial"/>
            </a:endParaRPr>
          </a:p>
          <a:p>
            <a:pPr defTabSz="457200">
              <a:lnSpc>
                <a:spcPct val="100000"/>
              </a:lnSpc>
            </a:pPr>
            <a:r>
              <a:rPr b="0" lang="en-US" sz="1900" spc="-1" strike="noStrike">
                <a:solidFill>
                  <a:srgbClr val="2d2d2d"/>
                </a:solidFill>
                <a:latin typeface="Tahoma"/>
              </a:rPr>
              <a:t>−</a:t>
            </a:r>
            <a:r>
              <a:rPr b="0" lang="en-US" sz="1900" spc="-1" strike="noStrike">
                <a:solidFill>
                  <a:srgbClr val="2d2d2d"/>
                </a:solidFill>
                <a:latin typeface="Tahoma"/>
              </a:rPr>
              <a:t>0.073 Macro F1</a:t>
            </a:r>
            <a:endParaRPr b="0" lang="en-US" sz="1900" spc="-1" strike="noStrike">
              <a:solidFill>
                <a:srgbClr val="000000"/>
              </a:solidFill>
              <a:latin typeface="Arial"/>
            </a:endParaRPr>
          </a:p>
        </p:txBody>
      </p:sp>
      <p:sp>
        <p:nvSpPr>
          <p:cNvPr id="933" name="Rounded Rectangle 6"/>
          <p:cNvSpPr/>
          <p:nvPr/>
        </p:nvSpPr>
        <p:spPr>
          <a:xfrm>
            <a:off x="2642400" y="5713920"/>
            <a:ext cx="6903360" cy="438480"/>
          </a:xfrm>
          <a:prstGeom prst="roundRect">
            <a:avLst>
              <a:gd name="adj" fmla="val 16667"/>
            </a:avLst>
          </a:prstGeom>
          <a:solidFill>
            <a:srgbClr val="2f5f9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600" spc="-1" strike="noStrike">
                <a:solidFill>
                  <a:srgbClr val="ffffff"/>
                </a:solidFill>
                <a:latin typeface="Tahoma"/>
              </a:rPr>
              <a:t>The retrieval strategy changed the result substantially.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title"/>
          </p:nvPr>
        </p:nvSpPr>
        <p:spPr>
          <a:xfrm>
            <a:off x="1293840" y="27252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Discussion</a:t>
            </a:r>
            <a:endParaRPr b="0" lang="en-US" sz="4400" spc="-1" strike="noStrike">
              <a:solidFill>
                <a:schemeClr val="dk1"/>
              </a:solidFill>
              <a:latin typeface="Tw Cen MT"/>
            </a:endParaRPr>
          </a:p>
        </p:txBody>
      </p:sp>
      <p:sp>
        <p:nvSpPr>
          <p:cNvPr id="935" name="Rounded Rectangle 2"/>
          <p:cNvSpPr/>
          <p:nvPr/>
        </p:nvSpPr>
        <p:spPr>
          <a:xfrm>
            <a:off x="2196000" y="1751040"/>
            <a:ext cx="374868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DEMONSTRATED</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Architecture affects performance</a:t>
            </a:r>
            <a:br>
              <a:rPr sz="1600"/>
            </a:br>
            <a:r>
              <a:rPr b="0" lang="en-US" sz="1600" spc="-1" strike="noStrike">
                <a:solidFill>
                  <a:srgbClr val="1f3754"/>
                </a:solidFill>
                <a:latin typeface="Tahoma"/>
              </a:rPr>
              <a:t>0.648 → 0.836 Macro F1</a:t>
            </a:r>
            <a:endParaRPr b="0" lang="en-US" sz="1600" spc="-1" strike="noStrike">
              <a:solidFill>
                <a:srgbClr val="000000"/>
              </a:solidFill>
              <a:latin typeface="Arial"/>
            </a:endParaRPr>
          </a:p>
        </p:txBody>
      </p:sp>
      <p:sp>
        <p:nvSpPr>
          <p:cNvPr id="936" name="Rounded Rectangle 3"/>
          <p:cNvSpPr/>
          <p:nvPr/>
        </p:nvSpPr>
        <p:spPr>
          <a:xfrm>
            <a:off x="6246720" y="1751040"/>
            <a:ext cx="374868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SUGGESTED</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Similar specialist performance may indicate a contribution from coordination</a:t>
            </a:r>
            <a:br>
              <a:rPr sz="1600"/>
            </a:br>
            <a:r>
              <a:rPr b="0" lang="en-US" sz="1600" spc="-1" strike="noStrike">
                <a:solidFill>
                  <a:srgbClr val="1f3754"/>
                </a:solidFill>
                <a:latin typeface="Tahoma"/>
              </a:rPr>
              <a:t>0.014 F1 spread</a:t>
            </a:r>
            <a:endParaRPr b="0" lang="en-US" sz="1600" spc="-1" strike="noStrike">
              <a:solidFill>
                <a:srgbClr val="000000"/>
              </a:solidFill>
              <a:latin typeface="Arial"/>
            </a:endParaRPr>
          </a:p>
        </p:txBody>
      </p:sp>
      <p:sp>
        <p:nvSpPr>
          <p:cNvPr id="937" name="Rounded Rectangle 4"/>
          <p:cNvSpPr/>
          <p:nvPr/>
        </p:nvSpPr>
        <p:spPr>
          <a:xfrm>
            <a:off x="2196000" y="3429000"/>
            <a:ext cx="3748680" cy="205740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NOT ISOLATED</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The coordinator’s individual contribution cannot yet be confirmed</a:t>
            </a:r>
            <a:br>
              <a:rPr sz="1600"/>
            </a:br>
            <a:br>
              <a:rPr sz="1600"/>
            </a:br>
            <a:r>
              <a:rPr b="0" lang="en-US" sz="1600" spc="-1" strike="noStrike">
                <a:solidFill>
                  <a:srgbClr val="1f3754"/>
                </a:solidFill>
                <a:latin typeface="Tahoma"/>
              </a:rPr>
              <a:t>No single-specialist or coordinator-only ablation</a:t>
            </a:r>
            <a:endParaRPr b="0" lang="en-US" sz="1600" spc="-1" strike="noStrike">
              <a:solidFill>
                <a:srgbClr val="000000"/>
              </a:solidFill>
              <a:latin typeface="Arial"/>
            </a:endParaRPr>
          </a:p>
        </p:txBody>
      </p:sp>
      <p:sp>
        <p:nvSpPr>
          <p:cNvPr id="938" name="Rounded Rectangle 5"/>
          <p:cNvSpPr/>
          <p:nvPr/>
        </p:nvSpPr>
        <p:spPr>
          <a:xfrm>
            <a:off x="6246720" y="3429000"/>
            <a:ext cx="3748680" cy="159984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CLEAR RAG FINDING</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Retrieval strategy materially affects performance</a:t>
            </a:r>
            <a:br>
              <a:rPr sz="1600"/>
            </a:br>
            <a:br>
              <a:rPr sz="1600"/>
            </a:br>
            <a:r>
              <a:rPr b="0" lang="en-US" sz="1600" spc="-1" strike="noStrike">
                <a:solidFill>
                  <a:srgbClr val="1f3754"/>
                </a:solidFill>
                <a:latin typeface="Tahoma"/>
              </a:rPr>
              <a:t>0.896 unrestricted vs 0.763 stratified</a:t>
            </a:r>
            <a:r>
              <a:rPr b="0" lang="en-IE" sz="1600" spc="-1" strike="noStrike">
                <a:solidFill>
                  <a:srgbClr val="1f3754"/>
                </a:solidFill>
                <a:latin typeface="Tahoma"/>
              </a:rPr>
              <a:t> vs 0.836 without RAG</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Limitations</a:t>
            </a:r>
            <a:endParaRPr b="0" lang="en-US" sz="4400" spc="-1" strike="noStrike">
              <a:solidFill>
                <a:schemeClr val="dk1"/>
              </a:solidFill>
              <a:latin typeface="Tw Cen MT"/>
            </a:endParaRPr>
          </a:p>
        </p:txBody>
      </p:sp>
      <p:sp>
        <p:nvSpPr>
          <p:cNvPr id="940" name="Rounded Rectangle 2"/>
          <p:cNvSpPr/>
          <p:nvPr/>
        </p:nvSpPr>
        <p:spPr>
          <a:xfrm>
            <a:off x="2059920" y="2097000"/>
            <a:ext cx="3748680" cy="150840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Dataset</a:t>
            </a:r>
            <a:endParaRPr b="0" lang="en-US" sz="1900" spc="-1" strike="noStrike">
              <a:solidFill>
                <a:srgbClr val="000000"/>
              </a:solidFill>
              <a:latin typeface="Arial"/>
            </a:endParaRPr>
          </a:p>
          <a:p>
            <a:pPr algn="ctr" defTabSz="457200">
              <a:lnSpc>
                <a:spcPct val="100000"/>
              </a:lnSpc>
            </a:pPr>
            <a:r>
              <a:rPr b="0" lang="en-US" sz="1500" spc="-1" strike="noStrike">
                <a:solidFill>
                  <a:srgbClr val="1f3754"/>
                </a:solidFill>
                <a:latin typeface="Tahoma"/>
              </a:rPr>
              <a:t>Enron is early-2000s corporate email</a:t>
            </a:r>
            <a:br>
              <a:rPr sz="1500"/>
            </a:br>
            <a:r>
              <a:rPr b="0" lang="en-US" sz="1500" spc="-1" strike="noStrike">
                <a:solidFill>
                  <a:srgbClr val="1f3754"/>
                </a:solidFill>
                <a:latin typeface="Tahoma"/>
              </a:rPr>
              <a:t>Limited affective signals</a:t>
            </a:r>
            <a:br>
              <a:rPr sz="1500"/>
            </a:br>
            <a:r>
              <a:rPr b="0" lang="en-US" sz="1500" spc="-1" strike="noStrike">
                <a:solidFill>
                  <a:srgbClr val="1f3754"/>
                </a:solidFill>
                <a:latin typeface="Tahoma"/>
              </a:rPr>
              <a:t>No contemporary AI-generated phishing</a:t>
            </a:r>
            <a:endParaRPr b="0" lang="en-US" sz="1500" spc="-1" strike="noStrike">
              <a:solidFill>
                <a:srgbClr val="000000"/>
              </a:solidFill>
              <a:latin typeface="Arial"/>
            </a:endParaRPr>
          </a:p>
        </p:txBody>
      </p:sp>
      <p:sp>
        <p:nvSpPr>
          <p:cNvPr id="941" name="Rounded Rectangle 3"/>
          <p:cNvSpPr/>
          <p:nvPr/>
        </p:nvSpPr>
        <p:spPr>
          <a:xfrm>
            <a:off x="5991840" y="2097000"/>
            <a:ext cx="3748680" cy="150840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Model scope</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Llama 3.1 8B only</a:t>
            </a:r>
            <a:br>
              <a:rPr sz="1600"/>
            </a:br>
            <a:r>
              <a:rPr b="0" lang="en-US" sz="1600" spc="-1" strike="noStrike">
                <a:solidFill>
                  <a:srgbClr val="1f3754"/>
                </a:solidFill>
                <a:latin typeface="Tahoma"/>
              </a:rPr>
              <a:t>Generalisability across models is unconfirmed</a:t>
            </a:r>
            <a:endParaRPr b="0" lang="en-US" sz="1600" spc="-1" strike="noStrike">
              <a:solidFill>
                <a:srgbClr val="000000"/>
              </a:solidFill>
              <a:latin typeface="Arial"/>
            </a:endParaRPr>
          </a:p>
        </p:txBody>
      </p:sp>
      <p:sp>
        <p:nvSpPr>
          <p:cNvPr id="942" name="Rounded Rectangle 4"/>
          <p:cNvSpPr/>
          <p:nvPr/>
        </p:nvSpPr>
        <p:spPr>
          <a:xfrm>
            <a:off x="2059920" y="3925800"/>
            <a:ext cx="3748680" cy="150840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Reproducibility</a:t>
            </a:r>
            <a:endParaRPr b="0" lang="en-US" sz="1900" spc="-1" strike="noStrike">
              <a:solidFill>
                <a:srgbClr val="000000"/>
              </a:solidFill>
              <a:latin typeface="Arial"/>
            </a:endParaRPr>
          </a:p>
          <a:p>
            <a:pPr algn="ctr" defTabSz="457200">
              <a:lnSpc>
                <a:spcPct val="100000"/>
              </a:lnSpc>
            </a:pPr>
            <a:r>
              <a:rPr b="0" lang="en-US" sz="1500" spc="-1" strike="noStrike">
                <a:solidFill>
                  <a:srgbClr val="1f3754"/>
                </a:solidFill>
                <a:latin typeface="Tahoma"/>
              </a:rPr>
              <a:t>Q4_K_M introduces some non-determinism</a:t>
            </a:r>
            <a:br>
              <a:rPr sz="1500"/>
            </a:br>
            <a:r>
              <a:rPr b="0" lang="en-US" sz="1500" spc="-1" strike="noStrike">
                <a:solidFill>
                  <a:srgbClr val="1f3754"/>
                </a:solidFill>
                <a:latin typeface="Tahoma"/>
              </a:rPr>
              <a:t>Relative comparisons are more meaningful than absolute values</a:t>
            </a:r>
            <a:endParaRPr b="0" lang="en-US" sz="1500" spc="-1" strike="noStrike">
              <a:solidFill>
                <a:srgbClr val="000000"/>
              </a:solidFill>
              <a:latin typeface="Arial"/>
            </a:endParaRPr>
          </a:p>
        </p:txBody>
      </p:sp>
      <p:sp>
        <p:nvSpPr>
          <p:cNvPr id="943" name="Rounded Rectangle 5"/>
          <p:cNvSpPr/>
          <p:nvPr/>
        </p:nvSpPr>
        <p:spPr>
          <a:xfrm>
            <a:off x="5991840" y="3925800"/>
            <a:ext cx="3748680" cy="150840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900" spc="-1" strike="noStrike">
                <a:solidFill>
                  <a:srgbClr val="1f3754"/>
                </a:solidFill>
                <a:latin typeface="Tahoma"/>
              </a:rPr>
              <a:t>Deployment</a:t>
            </a:r>
            <a:endParaRPr b="0" lang="en-US" sz="19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Latency and throughput not measured</a:t>
            </a:r>
            <a:br>
              <a:rPr sz="1600"/>
            </a:br>
            <a:r>
              <a:rPr b="0" lang="en-US" sz="1600" spc="-1" strike="noStrike">
                <a:solidFill>
                  <a:srgbClr val="1f3754"/>
                </a:solidFill>
                <a:latin typeface="Tahoma"/>
              </a:rPr>
              <a:t>Findings are architectural, not operational</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PlaceHolder 1"/>
          <p:cNvSpPr>
            <a:spLocks noGrp="1"/>
          </p:cNvSpPr>
          <p:nvPr>
            <p:ph type="title"/>
          </p:nvPr>
        </p:nvSpPr>
        <p:spPr>
          <a:xfrm>
            <a:off x="1141560" y="618480"/>
            <a:ext cx="9905760" cy="1478160"/>
          </a:xfrm>
          <a:prstGeom prst="rect">
            <a:avLst/>
          </a:prstGeom>
          <a:noFill/>
          <a:ln w="0">
            <a:noFill/>
          </a:ln>
        </p:spPr>
        <p:txBody>
          <a:bodyPr lIns="91440" rIns="91440" tIns="45720" bIns="45720" anchor="ctr">
            <a:normAutofit/>
          </a:bodyPr>
          <a:p>
            <a:pPr indent="0" defTabSz="914400">
              <a:lnSpc>
                <a:spcPct val="90000"/>
              </a:lnSpc>
              <a:buNone/>
            </a:pPr>
            <a:r>
              <a:rPr b="0" lang="en-IE" sz="4400" spc="-1" strike="noStrike" cap="all">
                <a:solidFill>
                  <a:schemeClr val="dk1"/>
                </a:solidFill>
                <a:latin typeface="Tahoma"/>
                <a:ea typeface="Tahoma"/>
              </a:rPr>
              <a:t>Conclusions &amp; Future work</a:t>
            </a:r>
            <a:endParaRPr b="0" lang="en-US" sz="4400" spc="-1" strike="noStrike">
              <a:solidFill>
                <a:schemeClr val="dk1"/>
              </a:solidFill>
              <a:latin typeface="Tw Cen MT"/>
            </a:endParaRPr>
          </a:p>
        </p:txBody>
      </p:sp>
      <p:sp>
        <p:nvSpPr>
          <p:cNvPr id="945" name="Rounded Rectangle 2"/>
          <p:cNvSpPr/>
          <p:nvPr/>
        </p:nvSpPr>
        <p:spPr>
          <a:xfrm>
            <a:off x="1549080" y="1786680"/>
            <a:ext cx="2559960" cy="164232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1. Architecture matters</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Multi-specialist coordination improved Macro F1 by 0.188</a:t>
            </a:r>
            <a:endParaRPr b="0" lang="en-US" sz="1600" spc="-1" strike="noStrike">
              <a:solidFill>
                <a:srgbClr val="000000"/>
              </a:solidFill>
              <a:latin typeface="Arial"/>
            </a:endParaRPr>
          </a:p>
        </p:txBody>
      </p:sp>
      <p:sp>
        <p:nvSpPr>
          <p:cNvPr id="946" name="Rounded Rectangle 3"/>
          <p:cNvSpPr/>
          <p:nvPr/>
        </p:nvSpPr>
        <p:spPr>
          <a:xfrm>
            <a:off x="4356360" y="1832400"/>
            <a:ext cx="345564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2. Contribution not isolated</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Coordination is suggested, but not confirmed independently</a:t>
            </a:r>
            <a:br>
              <a:rPr sz="1600"/>
            </a:br>
            <a:r>
              <a:rPr b="0" lang="en-US" sz="1600" spc="-1" strike="noStrike">
                <a:solidFill>
                  <a:srgbClr val="1f3754"/>
                </a:solidFill>
                <a:latin typeface="Tahoma"/>
              </a:rPr>
              <a:t>0.014 F1 spread</a:t>
            </a:r>
            <a:endParaRPr b="0" lang="en-US" sz="1600" spc="-1" strike="noStrike">
              <a:solidFill>
                <a:srgbClr val="000000"/>
              </a:solidFill>
              <a:latin typeface="Arial"/>
            </a:endParaRPr>
          </a:p>
        </p:txBody>
      </p:sp>
      <p:sp>
        <p:nvSpPr>
          <p:cNvPr id="947" name="Rounded Rectangle 4"/>
          <p:cNvSpPr/>
          <p:nvPr/>
        </p:nvSpPr>
        <p:spPr>
          <a:xfrm>
            <a:off x="8059320" y="1801080"/>
            <a:ext cx="2559960" cy="141696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3. Retrieval matters</a:t>
            </a:r>
            <a:endParaRPr b="0" lang="en-US" sz="1800" spc="-1" strike="noStrike">
              <a:solidFill>
                <a:srgbClr val="000000"/>
              </a:solidFill>
              <a:latin typeface="Arial"/>
            </a:endParaRPr>
          </a:p>
          <a:p>
            <a:pPr algn="ctr" defTabSz="457200">
              <a:lnSpc>
                <a:spcPct val="100000"/>
              </a:lnSpc>
            </a:pPr>
            <a:r>
              <a:rPr b="0" lang="en-US" sz="1500" spc="-1" strike="noStrike">
                <a:solidFill>
                  <a:srgbClr val="1f3754"/>
                </a:solidFill>
                <a:latin typeface="Tahoma"/>
              </a:rPr>
              <a:t>Unrestricted: 0.896</a:t>
            </a:r>
            <a:br>
              <a:rPr sz="1500"/>
            </a:br>
            <a:r>
              <a:rPr b="0" lang="en-US" sz="1500" spc="-1" strike="noStrike">
                <a:solidFill>
                  <a:srgbClr val="1f3754"/>
                </a:solidFill>
                <a:latin typeface="Tahoma"/>
              </a:rPr>
              <a:t>Stratified: 0.763</a:t>
            </a:r>
            <a:endParaRPr b="0" lang="en-US" sz="1500" spc="-1" strike="noStrike">
              <a:solidFill>
                <a:srgbClr val="000000"/>
              </a:solidFill>
              <a:latin typeface="Arial"/>
            </a:endParaRPr>
          </a:p>
        </p:txBody>
      </p:sp>
      <p:sp>
        <p:nvSpPr>
          <p:cNvPr id="948" name="TextBox 12"/>
          <p:cNvSpPr/>
          <p:nvPr/>
        </p:nvSpPr>
        <p:spPr>
          <a:xfrm>
            <a:off x="2344320" y="3429000"/>
            <a:ext cx="7772040" cy="389520"/>
          </a:xfrm>
          <a:prstGeom prst="rect">
            <a:avLst/>
          </a:prstGeom>
          <a:noFill/>
          <a:ln w="0">
            <a:noFill/>
          </a:ln>
        </p:spPr>
        <p:style>
          <a:lnRef idx="0"/>
          <a:fillRef idx="0"/>
          <a:effectRef idx="0"/>
          <a:fontRef idx="minor"/>
        </p:style>
        <p:txBody>
          <a:bodyPr lIns="54720" rIns="54720" tIns="27360" bIns="27360" anchor="t">
            <a:spAutoFit/>
          </a:bodyPr>
          <a:p>
            <a:pPr algn="ctr" defTabSz="457200">
              <a:lnSpc>
                <a:spcPct val="100000"/>
              </a:lnSpc>
            </a:pPr>
            <a:r>
              <a:rPr b="1" lang="en-US" sz="2200" spc="-1" strike="noStrike">
                <a:solidFill>
                  <a:srgbClr val="f5f6f8"/>
                </a:solidFill>
                <a:latin typeface="Tahoma"/>
              </a:rPr>
              <a:t>Future Work</a:t>
            </a:r>
            <a:endParaRPr b="0" lang="en-US" sz="2200" spc="-1" strike="noStrike">
              <a:solidFill>
                <a:srgbClr val="ffffff"/>
              </a:solidFill>
              <a:latin typeface="Arial"/>
            </a:endParaRPr>
          </a:p>
        </p:txBody>
      </p:sp>
      <p:sp>
        <p:nvSpPr>
          <p:cNvPr id="949" name="Rounded Rectangle 6"/>
          <p:cNvSpPr/>
          <p:nvPr/>
        </p:nvSpPr>
        <p:spPr>
          <a:xfrm>
            <a:off x="2070000" y="3985920"/>
            <a:ext cx="3748680" cy="146268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Evaluation</a:t>
            </a:r>
            <a:endParaRPr b="0" lang="en-US" sz="1800" spc="-1" strike="noStrike">
              <a:solidFill>
                <a:srgbClr val="000000"/>
              </a:solidFill>
              <a:latin typeface="Arial"/>
            </a:endParaRPr>
          </a:p>
          <a:p>
            <a:pPr algn="ctr" defTabSz="457200">
              <a:lnSpc>
                <a:spcPct val="100000"/>
              </a:lnSpc>
            </a:pPr>
            <a:r>
              <a:rPr b="0" lang="en-US" sz="1600" spc="-1" strike="noStrike">
                <a:solidFill>
                  <a:srgbClr val="1f3754"/>
                </a:solidFill>
                <a:latin typeface="Tahoma"/>
              </a:rPr>
              <a:t>Contemporary and AI-generated phishing</a:t>
            </a:r>
            <a:br>
              <a:rPr sz="1600"/>
            </a:br>
            <a:r>
              <a:rPr b="0" lang="en-US" sz="1600" spc="-1" strike="noStrike">
                <a:solidFill>
                  <a:srgbClr val="1f3754"/>
                </a:solidFill>
                <a:latin typeface="Tahoma"/>
              </a:rPr>
              <a:t>Multiple LLM families and scales</a:t>
            </a:r>
            <a:endParaRPr b="0" lang="en-US" sz="1600" spc="-1" strike="noStrike">
              <a:solidFill>
                <a:srgbClr val="000000"/>
              </a:solidFill>
              <a:latin typeface="Arial"/>
            </a:endParaRPr>
          </a:p>
        </p:txBody>
      </p:sp>
      <p:sp>
        <p:nvSpPr>
          <p:cNvPr id="950" name="Rounded Rectangle 7"/>
          <p:cNvSpPr/>
          <p:nvPr/>
        </p:nvSpPr>
        <p:spPr>
          <a:xfrm>
            <a:off x="6870600" y="3985920"/>
            <a:ext cx="3748680" cy="1462680"/>
          </a:xfrm>
          <a:prstGeom prst="roundRect">
            <a:avLst>
              <a:gd name="adj" fmla="val 16667"/>
            </a:avLst>
          </a:prstGeom>
          <a:solidFill>
            <a:srgbClr val="f5f6f8"/>
          </a:solidFill>
          <a:ln w="19050">
            <a:solidFill>
              <a:srgbClr val="1f3754"/>
            </a:solidFill>
            <a:round/>
          </a:ln>
        </p:spPr>
        <p:style>
          <a:lnRef idx="1">
            <a:schemeClr val="accent1"/>
          </a:lnRef>
          <a:fillRef idx="3">
            <a:schemeClr val="accent1"/>
          </a:fillRef>
          <a:effectRef idx="2">
            <a:schemeClr val="accent1"/>
          </a:effectRef>
          <a:fontRef idx="minor"/>
        </p:style>
        <p:txBody>
          <a:bodyPr lIns="128160" rIns="128160" tIns="109800" bIns="73080" anchor="ctr">
            <a:noAutofit/>
          </a:bodyPr>
          <a:p>
            <a:pPr algn="ctr" defTabSz="457200">
              <a:lnSpc>
                <a:spcPct val="100000"/>
              </a:lnSpc>
            </a:pPr>
            <a:r>
              <a:rPr b="1" lang="en-US" sz="1800" spc="-1" strike="noStrike">
                <a:solidFill>
                  <a:srgbClr val="1f3754"/>
                </a:solidFill>
                <a:latin typeface="Tahoma"/>
              </a:rPr>
              <a:t>Architecture &amp; Deployment</a:t>
            </a:r>
            <a:endParaRPr b="0" lang="en-US" sz="1800" spc="-1" strike="noStrike">
              <a:solidFill>
                <a:srgbClr val="000000"/>
              </a:solidFill>
              <a:latin typeface="Arial"/>
            </a:endParaRPr>
          </a:p>
          <a:p>
            <a:pPr algn="ctr" defTabSz="457200">
              <a:lnSpc>
                <a:spcPct val="100000"/>
              </a:lnSpc>
            </a:pPr>
            <a:r>
              <a:rPr b="0" lang="en-GB" sz="1600" spc="-1" strike="noStrike">
                <a:solidFill>
                  <a:srgbClr val="1f3754"/>
                </a:solidFill>
                <a:latin typeface="Tahoma"/>
              </a:rPr>
              <a:t>Latency · throughput · adversarial robustness</a:t>
            </a:r>
            <a:endParaRPr b="0" lang="en-US" sz="1600" spc="-1" strike="noStrike">
              <a:solidFill>
                <a:srgbClr val="000000"/>
              </a:solidFill>
              <a:latin typeface="Arial"/>
            </a:endParaRPr>
          </a:p>
        </p:txBody>
      </p:sp>
      <p:sp>
        <p:nvSpPr>
          <p:cNvPr id="951" name="Rounded Rectangle 8"/>
          <p:cNvSpPr/>
          <p:nvPr/>
        </p:nvSpPr>
        <p:spPr>
          <a:xfrm>
            <a:off x="2527200" y="5775120"/>
            <a:ext cx="7406280" cy="621360"/>
          </a:xfrm>
          <a:prstGeom prst="roundRect">
            <a:avLst>
              <a:gd name="adj" fmla="val 16667"/>
            </a:avLst>
          </a:prstGeom>
          <a:solidFill>
            <a:srgbClr val="1f375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800" spc="-1" strike="noStrike">
                <a:solidFill>
                  <a:srgbClr val="ffffff"/>
                </a:solidFill>
                <a:latin typeface="Tahoma"/>
              </a:rPr>
              <a:t>Architecture — not simply model choice — materially affects performance.</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title"/>
          </p:nvPr>
        </p:nvSpPr>
        <p:spPr>
          <a:xfrm>
            <a:off x="3487680" y="2689560"/>
            <a:ext cx="5656320" cy="1478160"/>
          </a:xfrm>
          <a:prstGeom prst="rect">
            <a:avLst/>
          </a:prstGeom>
          <a:noFill/>
          <a:ln w="0">
            <a:noFill/>
          </a:ln>
        </p:spPr>
        <p:txBody>
          <a:bodyPr lIns="91440" rIns="91440" tIns="45720" bIns="45720" anchor="ctr">
            <a:normAutofit/>
          </a:bodyPr>
          <a:p>
            <a:pPr indent="0" defTabSz="914400">
              <a:lnSpc>
                <a:spcPct val="90000"/>
              </a:lnSpc>
              <a:buNone/>
            </a:pPr>
            <a:r>
              <a:rPr b="0" lang="en-IE" sz="6600" spc="-1" strike="noStrike" cap="all">
                <a:solidFill>
                  <a:schemeClr val="dk1"/>
                </a:solidFill>
                <a:latin typeface="Tahoma"/>
                <a:ea typeface="Tahoma"/>
              </a:rPr>
              <a:t>Questions?</a:t>
            </a:r>
            <a:endParaRPr b="0" lang="en-US" sz="6600" spc="-1" strike="noStrike">
              <a:solidFill>
                <a:schemeClr val="dk1"/>
              </a:solidFill>
              <a:latin typeface="Tw Cen MT"/>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_rels/theme3.xml.rels><?xml version="1.0" encoding="UTF-8"?>
<Relationships xmlns="http://schemas.openxmlformats.org/package/2006/relationships"><Relationship Id="rId1" Type="http://schemas.openxmlformats.org/officeDocument/2006/relationships/image" Target="../media/image1.jpeg"/>
</Relationships>
</file>

<file path=ppt/theme/_rels/theme4.xml.rels><?xml version="1.0" encoding="UTF-8"?>
<Relationships xmlns="http://schemas.openxmlformats.org/package/2006/relationships"><Relationship Id="rId1" Type="http://schemas.openxmlformats.org/officeDocument/2006/relationships/image" Target="../media/image1.jpeg"/>
</Relationships>
</file>

<file path=ppt/theme/_rels/theme5.xml.rels><?xml version="1.0" encoding="UTF-8"?>
<Relationships xmlns="http://schemas.openxmlformats.org/package/2006/relationships"><Relationship Id="rId1" Type="http://schemas.openxmlformats.org/officeDocument/2006/relationships/image" Target="../media/image1.jpeg"/>
</Relationships>
</file>

<file path=ppt/theme/_rels/theme6.xml.rels><?xml version="1.0" encoding="UTF-8"?>
<Relationships xmlns="http://schemas.openxmlformats.org/package/2006/relationships"><Relationship Id="rId1" Type="http://schemas.openxmlformats.org/officeDocument/2006/relationships/image" Target="../media/image1.jpeg"/>
</Relationships>
</file>

<file path=ppt/theme/_rels/theme7.xml.rels><?xml version="1.0" encoding="UTF-8"?>
<Relationships xmlns="http://schemas.openxmlformats.org/package/2006/relationships"><Relationship Id="rId1" Type="http://schemas.openxmlformats.org/officeDocument/2006/relationships/image" Target="../media/image1.jpeg"/>
</Relationships>
</file>

<file path=ppt/theme/_rels/theme8.xml.rels><?xml version="1.0" encoding="UTF-8"?>
<Relationships xmlns="http://schemas.openxmlformats.org/package/2006/relationships"><Relationship Id="rId1" Type="http://schemas.openxmlformats.org/officeDocument/2006/relationships/image" Target="../media/image1.jpeg"/>
</Relationships>
</file>

<file path=ppt/theme/_rels/theme9.xml.rels><?xml version="1.0" encoding="UTF-8"?>
<Relationships xmlns="http://schemas.openxmlformats.org/package/2006/relationships"><Relationship Id="rId1" Type="http://schemas.openxmlformats.org/officeDocument/2006/relationships/image" Target="../media/image1.jpeg"/>
</Relationships>
</file>

<file path=ppt/theme/_rels/theme10.xml.rels><?xml version="1.0" encoding="UTF-8"?>
<Relationships xmlns="http://schemas.openxmlformats.org/package/2006/relationships"><Relationship Id="rId1" Type="http://schemas.openxmlformats.org/officeDocument/2006/relationships/image" Target="../media/image1.jpeg"/>
</Relationships>
</file>

<file path=ppt/theme/_rels/theme11.xml.rels><?xml version="1.0" encoding="UTF-8"?>
<Relationships xmlns="http://schemas.openxmlformats.org/package/2006/relationships"><Relationship Id="rId1" Type="http://schemas.openxmlformats.org/officeDocument/2006/relationships/image" Target="../media/image1.jpeg"/>
</Relationships>
</file>

<file path=ppt/theme/_rels/theme12.xml.rels><?xml version="1.0" encoding="UTF-8"?>
<Relationships xmlns="http://schemas.openxmlformats.org/package/2006/relationships"><Relationship Id="rId1" Type="http://schemas.openxmlformats.org/officeDocument/2006/relationships/image" Target="../media/image1.jpeg"/>
</Relationships>
</file>

<file path=ppt/theme/_rels/theme13.xml.rels><?xml version="1.0" encoding="UTF-8"?>
<Relationships xmlns="http://schemas.openxmlformats.org/package/2006/relationships"><Relationship Id="rId1" Type="http://schemas.openxmlformats.org/officeDocument/2006/relationships/image" Target="../media/image1.jpeg"/>
</Relationships>
</file>

<file path=ppt/theme/_rels/theme14.xml.rels><?xml version="1.0" encoding="UTF-8"?>
<Relationships xmlns="http://schemas.openxmlformats.org/package/2006/relationships"><Relationship Id="rId1" Type="http://schemas.openxmlformats.org/officeDocument/2006/relationships/image" Target="../media/image1.jpeg"/>
</Relationships>
</file>

<file path=ppt/theme/_rels/theme15.xml.rels><?xml version="1.0" encoding="UTF-8"?>
<Relationships xmlns="http://schemas.openxmlformats.org/package/2006/relationships"><Relationship Id="rId1" Type="http://schemas.openxmlformats.org/officeDocument/2006/relationships/image" Target="../media/image1.jpeg"/>
</Relationships>
</file>

<file path=ppt/theme/_rels/theme16.xml.rels><?xml version="1.0" encoding="UTF-8"?>
<Relationships xmlns="http://schemas.openxmlformats.org/package/2006/relationships"><Relationship Id="rId1" Type="http://schemas.openxmlformats.org/officeDocument/2006/relationships/image" Target="../media/image1.jpeg"/>
</Relationships>
</file>

<file path=ppt/theme/_rels/theme17.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2.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3.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4.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5.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6.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7.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8.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9.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0.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1.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2.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3.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4.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5.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6.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7.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58000"/>
                <a:lumMod val="110000"/>
              </a:schemeClr>
            </a:gs>
            <a:gs pos="100000">
              <a:schemeClr val="phClr">
                <a:tint val="81000"/>
                <a:lumMod val="105000"/>
              </a:schemeClr>
            </a:gs>
          </a:gsLst>
          <a:lin ang="5040000" scaled="0"/>
          <a:tileRect l="0" t="0" r="0" b="0"/>
        </a:gradFill>
        <a:gradFill>
          <a:gsLst>
            <a:gs pos="0">
              <a:schemeClr val="phClr">
                <a:tint val="94000"/>
                <a:lumMod val="102000"/>
              </a:schemeClr>
            </a:gs>
            <a:gs pos="100000">
              <a:schemeClr val="phClr">
                <a:shade val="74000"/>
                <a:lumMod val="100000"/>
              </a:schemeClr>
            </a:gs>
          </a:gsLst>
          <a:lin ang="5400000" scaled="0"/>
          <a:tileRect l="0" t="0" r="0" b="0"/>
        </a:gradFill>
      </a:fillStyleLst>
      <a:lnStyleLst>
        <a:ln w="9525" cap="flat" cmpd="sng" algn="ctr">
          <a:prstDash val="solid"/>
        </a:ln>
        <a:ln w="15875" cap="flat" cmpd="sng" algn="ctr">
          <a:prstDash val="solid"/>
        </a:ln>
        <a:ln w="222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8000"/>
                <a:lumMod val="140000"/>
              </a:schemeClr>
            </a:gs>
            <a:gs pos="100000">
              <a:schemeClr val="phClr">
                <a:shade val="92000"/>
                <a:lumMod val="48000"/>
              </a:schemeClr>
            </a:gs>
          </a:gsLst>
          <a:lin ang="5040000" scaled="0"/>
          <a:tileRect l="0" t="0" r="0" b="0"/>
        </a:gradFill>
        <a:blipFill rotWithShape="0">
          <a:blip r:embed="rId1"/>
          <a:srcRect l="0" t="0" r="0" b="0"/>
          <a:stretch>
            <a:fillRect l="0" t="0" r="0" b="0"/>
          </a:stretch>
        </a:blip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4574</TotalTime>
  <Application>LibreOffice/24.2.7.2$Linux_X86_64 LibreOffice_project/420$Build-2</Application>
  <AppVersion>15.0000</AppVersion>
  <Words>2136</Words>
  <Paragraphs>309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2026-08-05T13:06:28Z</dcterms:created>
  <dc:creator>Mark Agnew</dc:creator>
  <dc:description/>
  <dc:language>en-US</dc:language>
  <cp:lastModifiedBy/>
  <dcterms:modified xsi:type="dcterms:W3CDTF">2026-08-13T19:35:32Z</dcterms:modified>
  <cp:revision>14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13</vt:i4>
  </property>
  <property fmtid="{D5CDD505-2E9C-101B-9397-08002B2CF9AE}" pid="4" name="PresentationFormat">
    <vt:lpwstr>Widescreen</vt:lpwstr>
  </property>
  <property fmtid="{D5CDD505-2E9C-101B-9397-08002B2CF9AE}" pid="5" name="Slides">
    <vt:i4>13</vt:i4>
  </property>
</Properties>
</file>